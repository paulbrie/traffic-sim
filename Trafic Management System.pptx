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31"/>
  </p:notesMasterIdLst>
  <p:sldIdLst>
    <p:sldId id="257" r:id="rId2"/>
    <p:sldId id="319" r:id="rId3"/>
    <p:sldId id="278" r:id="rId4"/>
    <p:sldId id="283" r:id="rId5"/>
    <p:sldId id="260" r:id="rId6"/>
    <p:sldId id="321" r:id="rId7"/>
    <p:sldId id="287" r:id="rId8"/>
    <p:sldId id="297" r:id="rId9"/>
    <p:sldId id="298" r:id="rId10"/>
    <p:sldId id="299" r:id="rId11"/>
    <p:sldId id="316" r:id="rId12"/>
    <p:sldId id="300" r:id="rId13"/>
    <p:sldId id="308" r:id="rId14"/>
    <p:sldId id="309" r:id="rId15"/>
    <p:sldId id="313" r:id="rId16"/>
    <p:sldId id="302" r:id="rId17"/>
    <p:sldId id="303" r:id="rId18"/>
    <p:sldId id="304" r:id="rId19"/>
    <p:sldId id="305" r:id="rId20"/>
    <p:sldId id="317" r:id="rId21"/>
    <p:sldId id="306" r:id="rId22"/>
    <p:sldId id="307" r:id="rId23"/>
    <p:sldId id="310" r:id="rId24"/>
    <p:sldId id="324" r:id="rId25"/>
    <p:sldId id="329" r:id="rId26"/>
    <p:sldId id="330" r:id="rId27"/>
    <p:sldId id="323" r:id="rId28"/>
    <p:sldId id="320" r:id="rId29"/>
    <p:sldId id="328" r:id="rId30"/>
  </p:sldIdLst>
  <p:sldSz cx="18288000" cy="10287000"/>
  <p:notesSz cx="6858000" cy="9144000"/>
  <p:embeddedFontLst>
    <p:embeddedFont>
      <p:font typeface="Montserrat Bold" panose="00000800000000000000" pitchFamily="2" charset="0"/>
      <p:bold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Light" panose="00000400000000000000" pitchFamily="2" charset="0"/>
      <p:regular r:id="rId37"/>
      <p:italic r:id="rId38"/>
    </p:embeddedFont>
    <p:embeddedFont>
      <p:font typeface="Poppins" panose="020B0604020202020204" charset="0"/>
      <p:regular r:id="rId39"/>
      <p:bold r:id="rId40"/>
      <p:italic r:id="rId41"/>
      <p:boldItalic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Montserrat ExtraBold" panose="00000900000000000000" pitchFamily="2" charset="0"/>
      <p:bold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F2858"/>
    <a:srgbClr val="F4F4F4"/>
    <a:srgbClr val="FDFDFD"/>
    <a:srgbClr val="BAE5F4"/>
    <a:srgbClr val="D9D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5CD4C-6C28-4930-AAB1-F70589696291}">
  <a:tblStyle styleId="{E2C5CD4C-6C28-4930-AAB1-F705896962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F31BAE8-EF23-031E-240E-A8DF2649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92f560b2_0_40:notes">
            <a:extLst>
              <a:ext uri="{FF2B5EF4-FFF2-40B4-BE49-F238E27FC236}">
                <a16:creationId xmlns:a16="http://schemas.microsoft.com/office/drawing/2014/main" id="{F2F25EAB-37AD-0507-250C-2016BF716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2e692f560b2_0_40:notes">
            <a:extLst>
              <a:ext uri="{FF2B5EF4-FFF2-40B4-BE49-F238E27FC236}">
                <a16:creationId xmlns:a16="http://schemas.microsoft.com/office/drawing/2014/main" id="{EA2C714F-A5B8-5E28-B93D-FCE679D2B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099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3F1ECDB4-FAF9-FE58-E584-A8FE068E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92f560b2_0_40:notes">
            <a:extLst>
              <a:ext uri="{FF2B5EF4-FFF2-40B4-BE49-F238E27FC236}">
                <a16:creationId xmlns:a16="http://schemas.microsoft.com/office/drawing/2014/main" id="{903DE1A8-D008-A4CE-84D1-B53D87476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g2e692f560b2_0_40:notes">
            <a:extLst>
              <a:ext uri="{FF2B5EF4-FFF2-40B4-BE49-F238E27FC236}">
                <a16:creationId xmlns:a16="http://schemas.microsoft.com/office/drawing/2014/main" id="{0A212F97-0E54-BE91-FDBC-E6392A389A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3649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92f560b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2e692f560b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DB09B0C-5619-2D93-7444-0AA8C3AA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92f560b2_0_40:notes">
            <a:extLst>
              <a:ext uri="{FF2B5EF4-FFF2-40B4-BE49-F238E27FC236}">
                <a16:creationId xmlns:a16="http://schemas.microsoft.com/office/drawing/2014/main" id="{48B1CE01-F020-E2B0-B09C-6EA7F825C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2e692f560b2_0_40:notes">
            <a:extLst>
              <a:ext uri="{FF2B5EF4-FFF2-40B4-BE49-F238E27FC236}">
                <a16:creationId xmlns:a16="http://schemas.microsoft.com/office/drawing/2014/main" id="{D7C469DB-D357-58B2-9B13-3547A0B17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2047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92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F31BAE8-EF23-031E-240E-A8DF2649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92f560b2_0_40:notes">
            <a:extLst>
              <a:ext uri="{FF2B5EF4-FFF2-40B4-BE49-F238E27FC236}">
                <a16:creationId xmlns:a16="http://schemas.microsoft.com/office/drawing/2014/main" id="{F2F25EAB-37AD-0507-250C-2016BF716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2e692f560b2_0_40:notes">
            <a:extLst>
              <a:ext uri="{FF2B5EF4-FFF2-40B4-BE49-F238E27FC236}">
                <a16:creationId xmlns:a16="http://schemas.microsoft.com/office/drawing/2014/main" id="{EA2C714F-A5B8-5E28-B93D-FCE679D2B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549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F31BAE8-EF23-031E-240E-A8DF2649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692f560b2_0_40:notes">
            <a:extLst>
              <a:ext uri="{FF2B5EF4-FFF2-40B4-BE49-F238E27FC236}">
                <a16:creationId xmlns:a16="http://schemas.microsoft.com/office/drawing/2014/main" id="{F2F25EAB-37AD-0507-250C-2016BF716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g2e692f560b2_0_40:notes">
            <a:extLst>
              <a:ext uri="{FF2B5EF4-FFF2-40B4-BE49-F238E27FC236}">
                <a16:creationId xmlns:a16="http://schemas.microsoft.com/office/drawing/2014/main" id="{EA2C714F-A5B8-5E28-B93D-FCE679D2B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1982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4F4F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Trafic Layout">
    <p:bg>
      <p:bgPr>
        <a:solidFill>
          <a:srgbClr val="F4F4F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38;p14">
            <a:extLst>
              <a:ext uri="{FF2B5EF4-FFF2-40B4-BE49-F238E27FC236}">
                <a16:creationId xmlns:a16="http://schemas.microsoft.com/office/drawing/2014/main" id="{82AD4040-E702-7EA4-2094-C3579C210234}"/>
              </a:ext>
            </a:extLst>
          </p:cNvPr>
          <p:cNvCxnSpPr/>
          <p:nvPr userDrawn="1"/>
        </p:nvCxnSpPr>
        <p:spPr>
          <a:xfrm>
            <a:off x="346800" y="8480300"/>
            <a:ext cx="17594400" cy="35400"/>
          </a:xfrm>
          <a:prstGeom prst="straightConnector1">
            <a:avLst/>
          </a:prstGeom>
          <a:noFill/>
          <a:ln w="28575" cap="flat" cmpd="sng">
            <a:solidFill>
              <a:srgbClr val="00AE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Google Shape;139;p14">
            <a:extLst>
              <a:ext uri="{FF2B5EF4-FFF2-40B4-BE49-F238E27FC236}">
                <a16:creationId xmlns:a16="http://schemas.microsoft.com/office/drawing/2014/main" id="{59BE9ED4-E383-5417-4A87-DF44035A65D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329" t="25866" r="17323" b="18673"/>
          <a:stretch/>
        </p:blipFill>
        <p:spPr>
          <a:xfrm>
            <a:off x="15879525" y="8983475"/>
            <a:ext cx="1743174" cy="43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D21ED27-3A0F-4408-BC68-93606044C350}"/>
              </a:ext>
            </a:extLst>
          </p:cNvPr>
          <p:cNvSpPr/>
          <p:nvPr userDrawn="1"/>
        </p:nvSpPr>
        <p:spPr>
          <a:xfrm>
            <a:off x="346800" y="3201840"/>
            <a:ext cx="17698725" cy="48563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A30AC5-B2B2-2C3B-D3FF-2E0A0B69DC4F}"/>
              </a:ext>
            </a:extLst>
          </p:cNvPr>
          <p:cNvGrpSpPr/>
          <p:nvPr userDrawn="1"/>
        </p:nvGrpSpPr>
        <p:grpSpPr>
          <a:xfrm>
            <a:off x="346800" y="6355082"/>
            <a:ext cx="17698725" cy="137886"/>
            <a:chOff x="346800" y="6586896"/>
            <a:chExt cx="17698725" cy="13788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952C9F-683C-19A1-E910-2F9DF149EBDF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586896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239A390-34A5-0180-6AE6-E920C348461A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724782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DDD1BF-6CF5-2C01-92E7-347A0203D52E}"/>
              </a:ext>
            </a:extLst>
          </p:cNvPr>
          <p:cNvGrpSpPr/>
          <p:nvPr userDrawn="1"/>
        </p:nvGrpSpPr>
        <p:grpSpPr>
          <a:xfrm>
            <a:off x="346800" y="4780762"/>
            <a:ext cx="17698725" cy="137886"/>
            <a:chOff x="346800" y="6586896"/>
            <a:chExt cx="17698725" cy="1378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288031-ED89-17C8-438B-C64B4BD50689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586896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A4B381-017E-EE44-3773-EA33AEE9E6D7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724782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795E74-DDFF-7BA5-4558-D7A67616E7D4}"/>
              </a:ext>
            </a:extLst>
          </p:cNvPr>
          <p:cNvCxnSpPr>
            <a:cxnSpLocks/>
          </p:cNvCxnSpPr>
          <p:nvPr userDrawn="1"/>
        </p:nvCxnSpPr>
        <p:spPr>
          <a:xfrm>
            <a:off x="346799" y="7929402"/>
            <a:ext cx="17698725" cy="0"/>
          </a:xfrm>
          <a:prstGeom prst="line">
            <a:avLst/>
          </a:prstGeom>
          <a:ln w="762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27B22E-08A9-A0BF-F7ED-1D0F7ADB9B94}"/>
              </a:ext>
            </a:extLst>
          </p:cNvPr>
          <p:cNvCxnSpPr>
            <a:cxnSpLocks/>
          </p:cNvCxnSpPr>
          <p:nvPr userDrawn="1"/>
        </p:nvCxnSpPr>
        <p:spPr>
          <a:xfrm>
            <a:off x="346800" y="3344328"/>
            <a:ext cx="17698725" cy="0"/>
          </a:xfrm>
          <a:prstGeom prst="line">
            <a:avLst/>
          </a:prstGeom>
          <a:ln w="762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3281A-0801-A68D-AED3-3CA58DBDBA99}"/>
              </a:ext>
            </a:extLst>
          </p:cNvPr>
          <p:cNvSpPr/>
          <p:nvPr userDrawn="1"/>
        </p:nvSpPr>
        <p:spPr>
          <a:xfrm rot="2531929">
            <a:off x="2772229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903AFCF-8DC1-DAB2-EAFE-36E8C64649AC}"/>
              </a:ext>
            </a:extLst>
          </p:cNvPr>
          <p:cNvSpPr/>
          <p:nvPr userDrawn="1"/>
        </p:nvSpPr>
        <p:spPr>
          <a:xfrm>
            <a:off x="1210778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53F87F2-6AA6-4AC7-B290-9CE3889CBB0F}"/>
              </a:ext>
            </a:extLst>
          </p:cNvPr>
          <p:cNvSpPr/>
          <p:nvPr userDrawn="1"/>
        </p:nvSpPr>
        <p:spPr>
          <a:xfrm>
            <a:off x="4207978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CB45977-9C68-3503-4696-7433B145EE67}"/>
              </a:ext>
            </a:extLst>
          </p:cNvPr>
          <p:cNvSpPr/>
          <p:nvPr userDrawn="1"/>
        </p:nvSpPr>
        <p:spPr>
          <a:xfrm>
            <a:off x="7205178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4D80BEA-D89B-FA1D-7FBB-D6064D14E64A}"/>
              </a:ext>
            </a:extLst>
          </p:cNvPr>
          <p:cNvSpPr/>
          <p:nvPr userDrawn="1"/>
        </p:nvSpPr>
        <p:spPr>
          <a:xfrm>
            <a:off x="10609544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3D5F7CE-588E-62F2-BD2F-0E34168DF927}"/>
              </a:ext>
            </a:extLst>
          </p:cNvPr>
          <p:cNvSpPr/>
          <p:nvPr userDrawn="1"/>
        </p:nvSpPr>
        <p:spPr>
          <a:xfrm>
            <a:off x="14042463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F8763F5-9817-8715-CDFE-09FF85838476}"/>
              </a:ext>
            </a:extLst>
          </p:cNvPr>
          <p:cNvSpPr/>
          <p:nvPr userDrawn="1"/>
        </p:nvSpPr>
        <p:spPr>
          <a:xfrm>
            <a:off x="16794572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13D033-DA58-8441-4EB7-CEB03A6C5507}"/>
              </a:ext>
            </a:extLst>
          </p:cNvPr>
          <p:cNvSpPr/>
          <p:nvPr userDrawn="1"/>
        </p:nvSpPr>
        <p:spPr>
          <a:xfrm rot="2531929">
            <a:off x="2772228" y="7697823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A488DB-865C-B850-18B4-48131FA01D2C}"/>
              </a:ext>
            </a:extLst>
          </p:cNvPr>
          <p:cNvSpPr/>
          <p:nvPr userDrawn="1"/>
        </p:nvSpPr>
        <p:spPr>
          <a:xfrm rot="10800000">
            <a:off x="2928513" y="2857433"/>
            <a:ext cx="174171" cy="4997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BC9F5304-A48E-9773-1F1F-D7CEA77B0313}"/>
              </a:ext>
            </a:extLst>
          </p:cNvPr>
          <p:cNvSpPr/>
          <p:nvPr userDrawn="1"/>
        </p:nvSpPr>
        <p:spPr>
          <a:xfrm rot="16200000">
            <a:off x="2477149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1FB7B268-006D-A8F8-4AB9-D66E7E0D8413}"/>
              </a:ext>
            </a:extLst>
          </p:cNvPr>
          <p:cNvSpPr/>
          <p:nvPr userDrawn="1"/>
        </p:nvSpPr>
        <p:spPr>
          <a:xfrm rot="5400000" flipH="1">
            <a:off x="2982941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apezoid 23">
            <a:extLst>
              <a:ext uri="{FF2B5EF4-FFF2-40B4-BE49-F238E27FC236}">
                <a16:creationId xmlns:a16="http://schemas.microsoft.com/office/drawing/2014/main" id="{D6520368-AC89-2FB6-2876-79F8ABA5A60B}"/>
              </a:ext>
            </a:extLst>
          </p:cNvPr>
          <p:cNvSpPr/>
          <p:nvPr userDrawn="1"/>
        </p:nvSpPr>
        <p:spPr>
          <a:xfrm rot="16200000">
            <a:off x="2477149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31F0CFAD-BA78-5351-A676-91A905D4200B}"/>
              </a:ext>
            </a:extLst>
          </p:cNvPr>
          <p:cNvSpPr/>
          <p:nvPr userDrawn="1"/>
        </p:nvSpPr>
        <p:spPr>
          <a:xfrm rot="5400000" flipH="1">
            <a:off x="2982941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rapezoid 25">
            <a:extLst>
              <a:ext uri="{FF2B5EF4-FFF2-40B4-BE49-F238E27FC236}">
                <a16:creationId xmlns:a16="http://schemas.microsoft.com/office/drawing/2014/main" id="{321F3CC9-53F2-1CE5-5C03-7C26451070CE}"/>
              </a:ext>
            </a:extLst>
          </p:cNvPr>
          <p:cNvSpPr/>
          <p:nvPr userDrawn="1"/>
        </p:nvSpPr>
        <p:spPr>
          <a:xfrm rot="16200000">
            <a:off x="2477149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rapezoid 26">
            <a:extLst>
              <a:ext uri="{FF2B5EF4-FFF2-40B4-BE49-F238E27FC236}">
                <a16:creationId xmlns:a16="http://schemas.microsoft.com/office/drawing/2014/main" id="{2F3C3F7F-80EC-9F98-D0AC-73180985FE41}"/>
              </a:ext>
            </a:extLst>
          </p:cNvPr>
          <p:cNvSpPr/>
          <p:nvPr userDrawn="1"/>
        </p:nvSpPr>
        <p:spPr>
          <a:xfrm rot="5400000" flipH="1">
            <a:off x="2982941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D46673-3168-BE55-7C0D-6E863D6D039F}"/>
              </a:ext>
            </a:extLst>
          </p:cNvPr>
          <p:cNvSpPr/>
          <p:nvPr userDrawn="1"/>
        </p:nvSpPr>
        <p:spPr>
          <a:xfrm rot="2531929">
            <a:off x="6051691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592CC0-41AB-6EB8-54A2-D6AED3378997}"/>
              </a:ext>
            </a:extLst>
          </p:cNvPr>
          <p:cNvSpPr/>
          <p:nvPr userDrawn="1"/>
        </p:nvSpPr>
        <p:spPr>
          <a:xfrm rot="2531929">
            <a:off x="6051690" y="7697823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52B434-44A7-623D-9EF3-EFEA3AFF820D}"/>
              </a:ext>
            </a:extLst>
          </p:cNvPr>
          <p:cNvSpPr/>
          <p:nvPr userDrawn="1"/>
        </p:nvSpPr>
        <p:spPr>
          <a:xfrm rot="10800000">
            <a:off x="6207975" y="2857433"/>
            <a:ext cx="174171" cy="4997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C800AAF6-4190-AFC0-2B82-24205ACBA07C}"/>
              </a:ext>
            </a:extLst>
          </p:cNvPr>
          <p:cNvSpPr/>
          <p:nvPr userDrawn="1"/>
        </p:nvSpPr>
        <p:spPr>
          <a:xfrm rot="16200000">
            <a:off x="5756611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53E0B3B5-2047-641B-304D-5E50DB173F19}"/>
              </a:ext>
            </a:extLst>
          </p:cNvPr>
          <p:cNvSpPr/>
          <p:nvPr userDrawn="1"/>
        </p:nvSpPr>
        <p:spPr>
          <a:xfrm rot="5400000" flipH="1">
            <a:off x="6262403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75EC2F32-855B-7873-E4DD-122931E7E7CA}"/>
              </a:ext>
            </a:extLst>
          </p:cNvPr>
          <p:cNvSpPr/>
          <p:nvPr userDrawn="1"/>
        </p:nvSpPr>
        <p:spPr>
          <a:xfrm rot="16200000">
            <a:off x="5756611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AE25B529-2F40-7A4C-CB4A-CC1A72D7982D}"/>
              </a:ext>
            </a:extLst>
          </p:cNvPr>
          <p:cNvSpPr/>
          <p:nvPr userDrawn="1"/>
        </p:nvSpPr>
        <p:spPr>
          <a:xfrm rot="5400000" flipH="1">
            <a:off x="6262403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rapezoid 34">
            <a:extLst>
              <a:ext uri="{FF2B5EF4-FFF2-40B4-BE49-F238E27FC236}">
                <a16:creationId xmlns:a16="http://schemas.microsoft.com/office/drawing/2014/main" id="{43915C08-A8E1-CFC7-A0F7-F7042395D202}"/>
              </a:ext>
            </a:extLst>
          </p:cNvPr>
          <p:cNvSpPr/>
          <p:nvPr userDrawn="1"/>
        </p:nvSpPr>
        <p:spPr>
          <a:xfrm rot="16200000">
            <a:off x="5756611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C5D7B96C-F087-1C1F-B8D9-1534D0EDE480}"/>
              </a:ext>
            </a:extLst>
          </p:cNvPr>
          <p:cNvSpPr/>
          <p:nvPr userDrawn="1"/>
        </p:nvSpPr>
        <p:spPr>
          <a:xfrm rot="5400000" flipH="1">
            <a:off x="6262403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7F5011-2AAD-A336-CEBC-4423069E213E}"/>
              </a:ext>
            </a:extLst>
          </p:cNvPr>
          <p:cNvSpPr/>
          <p:nvPr userDrawn="1"/>
        </p:nvSpPr>
        <p:spPr>
          <a:xfrm rot="2531929">
            <a:off x="9331153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AF90F9-A268-66F8-C5C9-B0353FAF993A}"/>
              </a:ext>
            </a:extLst>
          </p:cNvPr>
          <p:cNvSpPr/>
          <p:nvPr userDrawn="1"/>
        </p:nvSpPr>
        <p:spPr>
          <a:xfrm rot="2531929">
            <a:off x="9331152" y="7697823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F37C8D0-6D71-8723-8450-325C6BF762A9}"/>
              </a:ext>
            </a:extLst>
          </p:cNvPr>
          <p:cNvSpPr/>
          <p:nvPr userDrawn="1"/>
        </p:nvSpPr>
        <p:spPr>
          <a:xfrm rot="10800000">
            <a:off x="9487437" y="2857433"/>
            <a:ext cx="174171" cy="4997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65395BCB-D0CA-E83B-4DA8-14CBB64E282A}"/>
              </a:ext>
            </a:extLst>
          </p:cNvPr>
          <p:cNvSpPr/>
          <p:nvPr userDrawn="1"/>
        </p:nvSpPr>
        <p:spPr>
          <a:xfrm rot="16200000">
            <a:off x="9036073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rapezoid 40">
            <a:extLst>
              <a:ext uri="{FF2B5EF4-FFF2-40B4-BE49-F238E27FC236}">
                <a16:creationId xmlns:a16="http://schemas.microsoft.com/office/drawing/2014/main" id="{02788F20-42C3-66A8-B8A9-823C39A88ED3}"/>
              </a:ext>
            </a:extLst>
          </p:cNvPr>
          <p:cNvSpPr/>
          <p:nvPr userDrawn="1"/>
        </p:nvSpPr>
        <p:spPr>
          <a:xfrm rot="5400000" flipH="1">
            <a:off x="9541865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DF8CA02F-6331-CB0A-1764-872E8557017D}"/>
              </a:ext>
            </a:extLst>
          </p:cNvPr>
          <p:cNvSpPr/>
          <p:nvPr userDrawn="1"/>
        </p:nvSpPr>
        <p:spPr>
          <a:xfrm rot="16200000">
            <a:off x="9036073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B4BC5F6C-A94C-57D0-45DD-4242333D8A71}"/>
              </a:ext>
            </a:extLst>
          </p:cNvPr>
          <p:cNvSpPr/>
          <p:nvPr userDrawn="1"/>
        </p:nvSpPr>
        <p:spPr>
          <a:xfrm rot="5400000" flipH="1">
            <a:off x="9541865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81AC2D31-8BA8-2263-37A1-4DA1FFDDA8A8}"/>
              </a:ext>
            </a:extLst>
          </p:cNvPr>
          <p:cNvSpPr/>
          <p:nvPr userDrawn="1"/>
        </p:nvSpPr>
        <p:spPr>
          <a:xfrm rot="16200000">
            <a:off x="9036073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0E347C75-C3F4-D4CE-D18B-6BA182881798}"/>
              </a:ext>
            </a:extLst>
          </p:cNvPr>
          <p:cNvSpPr/>
          <p:nvPr userDrawn="1"/>
        </p:nvSpPr>
        <p:spPr>
          <a:xfrm rot="5400000" flipH="1">
            <a:off x="9541865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C9D43D-FEA4-393B-D000-2430A1BDAE28}"/>
              </a:ext>
            </a:extLst>
          </p:cNvPr>
          <p:cNvSpPr/>
          <p:nvPr userDrawn="1"/>
        </p:nvSpPr>
        <p:spPr>
          <a:xfrm rot="2531929">
            <a:off x="12610615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5F51685-6473-3B68-33E1-C2F0E7701A99}"/>
              </a:ext>
            </a:extLst>
          </p:cNvPr>
          <p:cNvSpPr/>
          <p:nvPr userDrawn="1"/>
        </p:nvSpPr>
        <p:spPr>
          <a:xfrm rot="2531929">
            <a:off x="12610614" y="7697823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E4EC71-B783-57D7-F3F2-EAC131FC5EF0}"/>
              </a:ext>
            </a:extLst>
          </p:cNvPr>
          <p:cNvSpPr/>
          <p:nvPr userDrawn="1"/>
        </p:nvSpPr>
        <p:spPr>
          <a:xfrm rot="10800000">
            <a:off x="12766899" y="2857433"/>
            <a:ext cx="174171" cy="4997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BD76AFCF-ED26-A587-6729-81DF472BE2DD}"/>
              </a:ext>
            </a:extLst>
          </p:cNvPr>
          <p:cNvSpPr/>
          <p:nvPr userDrawn="1"/>
        </p:nvSpPr>
        <p:spPr>
          <a:xfrm rot="16200000">
            <a:off x="12315535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rapezoid 49">
            <a:extLst>
              <a:ext uri="{FF2B5EF4-FFF2-40B4-BE49-F238E27FC236}">
                <a16:creationId xmlns:a16="http://schemas.microsoft.com/office/drawing/2014/main" id="{6A3552D8-8253-4FFB-2E83-5209CE8C9D6D}"/>
              </a:ext>
            </a:extLst>
          </p:cNvPr>
          <p:cNvSpPr/>
          <p:nvPr userDrawn="1"/>
        </p:nvSpPr>
        <p:spPr>
          <a:xfrm rot="5400000" flipH="1">
            <a:off x="12821327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rapezoid 50">
            <a:extLst>
              <a:ext uri="{FF2B5EF4-FFF2-40B4-BE49-F238E27FC236}">
                <a16:creationId xmlns:a16="http://schemas.microsoft.com/office/drawing/2014/main" id="{9E4A572C-1798-1A56-E3B2-FE5F6D6924A6}"/>
              </a:ext>
            </a:extLst>
          </p:cNvPr>
          <p:cNvSpPr/>
          <p:nvPr userDrawn="1"/>
        </p:nvSpPr>
        <p:spPr>
          <a:xfrm rot="16200000">
            <a:off x="12315535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DE3476BD-4C5D-467E-01F8-CF48FD4266C9}"/>
              </a:ext>
            </a:extLst>
          </p:cNvPr>
          <p:cNvSpPr/>
          <p:nvPr userDrawn="1"/>
        </p:nvSpPr>
        <p:spPr>
          <a:xfrm rot="5400000" flipH="1">
            <a:off x="12821327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rapezoid 52">
            <a:extLst>
              <a:ext uri="{FF2B5EF4-FFF2-40B4-BE49-F238E27FC236}">
                <a16:creationId xmlns:a16="http://schemas.microsoft.com/office/drawing/2014/main" id="{1540A8D4-F7E2-ECAB-D229-17FA90BAB9F0}"/>
              </a:ext>
            </a:extLst>
          </p:cNvPr>
          <p:cNvSpPr/>
          <p:nvPr userDrawn="1"/>
        </p:nvSpPr>
        <p:spPr>
          <a:xfrm rot="16200000">
            <a:off x="12315535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rapezoid 53">
            <a:extLst>
              <a:ext uri="{FF2B5EF4-FFF2-40B4-BE49-F238E27FC236}">
                <a16:creationId xmlns:a16="http://schemas.microsoft.com/office/drawing/2014/main" id="{DCB7FEB4-5DCF-FF97-7F85-2B73FF9B6720}"/>
              </a:ext>
            </a:extLst>
          </p:cNvPr>
          <p:cNvSpPr/>
          <p:nvPr userDrawn="1"/>
        </p:nvSpPr>
        <p:spPr>
          <a:xfrm rot="5400000" flipH="1">
            <a:off x="12821327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2D782B0-7BF8-1DBC-5F55-10611D4DBD88}"/>
              </a:ext>
            </a:extLst>
          </p:cNvPr>
          <p:cNvSpPr/>
          <p:nvPr userDrawn="1"/>
        </p:nvSpPr>
        <p:spPr>
          <a:xfrm rot="2531929">
            <a:off x="15890077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066AB9-9C15-FE85-BF62-5E9109649392}"/>
              </a:ext>
            </a:extLst>
          </p:cNvPr>
          <p:cNvSpPr/>
          <p:nvPr userDrawn="1"/>
        </p:nvSpPr>
        <p:spPr>
          <a:xfrm rot="2531929">
            <a:off x="15890076" y="7697823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01B3368-FFB7-AB2F-F828-C04E2B426554}"/>
              </a:ext>
            </a:extLst>
          </p:cNvPr>
          <p:cNvSpPr/>
          <p:nvPr userDrawn="1"/>
        </p:nvSpPr>
        <p:spPr>
          <a:xfrm rot="10800000">
            <a:off x="16046361" y="2857433"/>
            <a:ext cx="174171" cy="4997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rapezoid 57">
            <a:extLst>
              <a:ext uri="{FF2B5EF4-FFF2-40B4-BE49-F238E27FC236}">
                <a16:creationId xmlns:a16="http://schemas.microsoft.com/office/drawing/2014/main" id="{4426CF2A-7CF4-E2A4-D23A-AABD2FA0A7B5}"/>
              </a:ext>
            </a:extLst>
          </p:cNvPr>
          <p:cNvSpPr/>
          <p:nvPr userDrawn="1"/>
        </p:nvSpPr>
        <p:spPr>
          <a:xfrm rot="16200000">
            <a:off x="15594997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rapezoid 58">
            <a:extLst>
              <a:ext uri="{FF2B5EF4-FFF2-40B4-BE49-F238E27FC236}">
                <a16:creationId xmlns:a16="http://schemas.microsoft.com/office/drawing/2014/main" id="{BCC2621D-76AF-2137-2A65-471D795D0816}"/>
              </a:ext>
            </a:extLst>
          </p:cNvPr>
          <p:cNvSpPr/>
          <p:nvPr userDrawn="1"/>
        </p:nvSpPr>
        <p:spPr>
          <a:xfrm rot="5400000" flipH="1">
            <a:off x="16100789" y="383394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rapezoid 59">
            <a:extLst>
              <a:ext uri="{FF2B5EF4-FFF2-40B4-BE49-F238E27FC236}">
                <a16:creationId xmlns:a16="http://schemas.microsoft.com/office/drawing/2014/main" id="{97CEF9A3-54CA-F989-138E-892B0009AFA3}"/>
              </a:ext>
            </a:extLst>
          </p:cNvPr>
          <p:cNvSpPr/>
          <p:nvPr userDrawn="1"/>
        </p:nvSpPr>
        <p:spPr>
          <a:xfrm rot="16200000">
            <a:off x="15594997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rapezoid 60">
            <a:extLst>
              <a:ext uri="{FF2B5EF4-FFF2-40B4-BE49-F238E27FC236}">
                <a16:creationId xmlns:a16="http://schemas.microsoft.com/office/drawing/2014/main" id="{B0265C50-C45E-12D5-ED7B-49657854BC84}"/>
              </a:ext>
            </a:extLst>
          </p:cNvPr>
          <p:cNvSpPr/>
          <p:nvPr userDrawn="1"/>
        </p:nvSpPr>
        <p:spPr>
          <a:xfrm rot="5400000" flipH="1">
            <a:off x="16100789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rapezoid 61">
            <a:extLst>
              <a:ext uri="{FF2B5EF4-FFF2-40B4-BE49-F238E27FC236}">
                <a16:creationId xmlns:a16="http://schemas.microsoft.com/office/drawing/2014/main" id="{C3AB3AEE-584C-F3D9-7650-D686077EAAF7}"/>
              </a:ext>
            </a:extLst>
          </p:cNvPr>
          <p:cNvSpPr/>
          <p:nvPr userDrawn="1"/>
        </p:nvSpPr>
        <p:spPr>
          <a:xfrm rot="16200000">
            <a:off x="15594997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9EC41D84-3E7E-C73F-A260-E86BBA0937E6}"/>
              </a:ext>
            </a:extLst>
          </p:cNvPr>
          <p:cNvSpPr/>
          <p:nvPr userDrawn="1"/>
        </p:nvSpPr>
        <p:spPr>
          <a:xfrm rot="5400000" flipH="1">
            <a:off x="16100789" y="698258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206D2ECF-4E24-2859-DA80-3ECCFB3211DB}"/>
              </a:ext>
            </a:extLst>
          </p:cNvPr>
          <p:cNvSpPr/>
          <p:nvPr userDrawn="1"/>
        </p:nvSpPr>
        <p:spPr>
          <a:xfrm flipH="1">
            <a:off x="1210778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DEC39F7C-699B-7330-EF82-0F926F2793BF}"/>
              </a:ext>
            </a:extLst>
          </p:cNvPr>
          <p:cNvSpPr/>
          <p:nvPr userDrawn="1"/>
        </p:nvSpPr>
        <p:spPr>
          <a:xfrm flipH="1">
            <a:off x="4207978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A8F56DC9-D5A6-A597-035A-AB54BA2F3F11}"/>
              </a:ext>
            </a:extLst>
          </p:cNvPr>
          <p:cNvSpPr/>
          <p:nvPr userDrawn="1"/>
        </p:nvSpPr>
        <p:spPr>
          <a:xfrm flipH="1">
            <a:off x="7205178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B4173D37-9FDE-6566-9140-F5113A2891C9}"/>
              </a:ext>
            </a:extLst>
          </p:cNvPr>
          <p:cNvSpPr/>
          <p:nvPr userDrawn="1"/>
        </p:nvSpPr>
        <p:spPr>
          <a:xfrm flipH="1">
            <a:off x="10609544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E8194BBC-B960-F8F7-1644-5E146E7B33DB}"/>
              </a:ext>
            </a:extLst>
          </p:cNvPr>
          <p:cNvSpPr/>
          <p:nvPr userDrawn="1"/>
        </p:nvSpPr>
        <p:spPr>
          <a:xfrm flipH="1">
            <a:off x="14042463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F5300F93-73F8-320C-57AF-8200DD4D07AC}"/>
              </a:ext>
            </a:extLst>
          </p:cNvPr>
          <p:cNvSpPr/>
          <p:nvPr userDrawn="1"/>
        </p:nvSpPr>
        <p:spPr>
          <a:xfrm flipH="1">
            <a:off x="16794572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Google Shape;140;p14">
            <a:extLst>
              <a:ext uri="{FF2B5EF4-FFF2-40B4-BE49-F238E27FC236}">
                <a16:creationId xmlns:a16="http://schemas.microsoft.com/office/drawing/2014/main" id="{3938C857-284C-1101-F962-FFB14CC01B33}"/>
              </a:ext>
            </a:extLst>
          </p:cNvPr>
          <p:cNvSpPr txBox="1"/>
          <p:nvPr userDrawn="1"/>
        </p:nvSpPr>
        <p:spPr>
          <a:xfrm>
            <a:off x="848025" y="1488050"/>
            <a:ext cx="17197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196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Trafic Simplu">
    <p:bg>
      <p:bgPr>
        <a:solidFill>
          <a:srgbClr val="F4F4F4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38;p14">
            <a:extLst>
              <a:ext uri="{FF2B5EF4-FFF2-40B4-BE49-F238E27FC236}">
                <a16:creationId xmlns:a16="http://schemas.microsoft.com/office/drawing/2014/main" id="{82AD4040-E702-7EA4-2094-C3579C210234}"/>
              </a:ext>
            </a:extLst>
          </p:cNvPr>
          <p:cNvCxnSpPr/>
          <p:nvPr userDrawn="1"/>
        </p:nvCxnSpPr>
        <p:spPr>
          <a:xfrm>
            <a:off x="346800" y="8480300"/>
            <a:ext cx="17594400" cy="35400"/>
          </a:xfrm>
          <a:prstGeom prst="straightConnector1">
            <a:avLst/>
          </a:prstGeom>
          <a:noFill/>
          <a:ln w="28575" cap="flat" cmpd="sng">
            <a:solidFill>
              <a:srgbClr val="00AEE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Google Shape;139;p14">
            <a:extLst>
              <a:ext uri="{FF2B5EF4-FFF2-40B4-BE49-F238E27FC236}">
                <a16:creationId xmlns:a16="http://schemas.microsoft.com/office/drawing/2014/main" id="{59BE9ED4-E383-5417-4A87-DF44035A65D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7329" t="25866" r="17323" b="18673"/>
          <a:stretch/>
        </p:blipFill>
        <p:spPr>
          <a:xfrm>
            <a:off x="15879525" y="8983475"/>
            <a:ext cx="1743174" cy="43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D21ED27-3A0F-4408-BC68-93606044C350}"/>
              </a:ext>
            </a:extLst>
          </p:cNvPr>
          <p:cNvSpPr/>
          <p:nvPr userDrawn="1"/>
        </p:nvSpPr>
        <p:spPr>
          <a:xfrm>
            <a:off x="346800" y="3201840"/>
            <a:ext cx="17698725" cy="48563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A30AC5-B2B2-2C3B-D3FF-2E0A0B69DC4F}"/>
              </a:ext>
            </a:extLst>
          </p:cNvPr>
          <p:cNvGrpSpPr/>
          <p:nvPr userDrawn="1"/>
        </p:nvGrpSpPr>
        <p:grpSpPr>
          <a:xfrm>
            <a:off x="346800" y="6355082"/>
            <a:ext cx="17698725" cy="137886"/>
            <a:chOff x="346800" y="6586896"/>
            <a:chExt cx="17698725" cy="13788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952C9F-683C-19A1-E910-2F9DF149EBDF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586896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239A390-34A5-0180-6AE6-E920C348461A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724782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DDD1BF-6CF5-2C01-92E7-347A0203D52E}"/>
              </a:ext>
            </a:extLst>
          </p:cNvPr>
          <p:cNvGrpSpPr/>
          <p:nvPr userDrawn="1"/>
        </p:nvGrpSpPr>
        <p:grpSpPr>
          <a:xfrm>
            <a:off x="346800" y="4780762"/>
            <a:ext cx="17698725" cy="137886"/>
            <a:chOff x="346800" y="6586896"/>
            <a:chExt cx="17698725" cy="13788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8288031-ED89-17C8-438B-C64B4BD50689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586896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A4B381-017E-EE44-3773-EA33AEE9E6D7}"/>
                </a:ext>
              </a:extLst>
            </p:cNvPr>
            <p:cNvCxnSpPr>
              <a:cxnSpLocks/>
            </p:cNvCxnSpPr>
            <p:nvPr/>
          </p:nvCxnSpPr>
          <p:spPr>
            <a:xfrm>
              <a:off x="346800" y="6724782"/>
              <a:ext cx="17698725" cy="0"/>
            </a:xfrm>
            <a:prstGeom prst="line">
              <a:avLst/>
            </a:prstGeom>
            <a:ln w="7620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795E74-DDFF-7BA5-4558-D7A67616E7D4}"/>
              </a:ext>
            </a:extLst>
          </p:cNvPr>
          <p:cNvCxnSpPr>
            <a:cxnSpLocks/>
          </p:cNvCxnSpPr>
          <p:nvPr userDrawn="1"/>
        </p:nvCxnSpPr>
        <p:spPr>
          <a:xfrm>
            <a:off x="346799" y="7929402"/>
            <a:ext cx="17698725" cy="0"/>
          </a:xfrm>
          <a:prstGeom prst="line">
            <a:avLst/>
          </a:prstGeom>
          <a:ln w="762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27B22E-08A9-A0BF-F7ED-1D0F7ADB9B94}"/>
              </a:ext>
            </a:extLst>
          </p:cNvPr>
          <p:cNvCxnSpPr>
            <a:cxnSpLocks/>
          </p:cNvCxnSpPr>
          <p:nvPr userDrawn="1"/>
        </p:nvCxnSpPr>
        <p:spPr>
          <a:xfrm>
            <a:off x="346800" y="3344328"/>
            <a:ext cx="17698725" cy="0"/>
          </a:xfrm>
          <a:prstGeom prst="line">
            <a:avLst/>
          </a:prstGeom>
          <a:ln w="762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5B3281A-0801-A68D-AED3-3CA58DBDBA99}"/>
              </a:ext>
            </a:extLst>
          </p:cNvPr>
          <p:cNvSpPr/>
          <p:nvPr userDrawn="1"/>
        </p:nvSpPr>
        <p:spPr>
          <a:xfrm rot="2531929">
            <a:off x="2772229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903AFCF-8DC1-DAB2-EAFE-36E8C64649AC}"/>
              </a:ext>
            </a:extLst>
          </p:cNvPr>
          <p:cNvSpPr/>
          <p:nvPr userDrawn="1"/>
        </p:nvSpPr>
        <p:spPr>
          <a:xfrm>
            <a:off x="1210778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53F87F2-6AA6-4AC7-B290-9CE3889CBB0F}"/>
              </a:ext>
            </a:extLst>
          </p:cNvPr>
          <p:cNvSpPr/>
          <p:nvPr userDrawn="1"/>
        </p:nvSpPr>
        <p:spPr>
          <a:xfrm>
            <a:off x="4207978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CB45977-9C68-3503-4696-7433B145EE67}"/>
              </a:ext>
            </a:extLst>
          </p:cNvPr>
          <p:cNvSpPr/>
          <p:nvPr userDrawn="1"/>
        </p:nvSpPr>
        <p:spPr>
          <a:xfrm>
            <a:off x="7205178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4D80BEA-D89B-FA1D-7FBB-D6064D14E64A}"/>
              </a:ext>
            </a:extLst>
          </p:cNvPr>
          <p:cNvSpPr/>
          <p:nvPr userDrawn="1"/>
        </p:nvSpPr>
        <p:spPr>
          <a:xfrm>
            <a:off x="10609544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3D5F7CE-588E-62F2-BD2F-0E34168DF927}"/>
              </a:ext>
            </a:extLst>
          </p:cNvPr>
          <p:cNvSpPr/>
          <p:nvPr userDrawn="1"/>
        </p:nvSpPr>
        <p:spPr>
          <a:xfrm>
            <a:off x="14042463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F8763F5-9817-8715-CDFE-09FF85838476}"/>
              </a:ext>
            </a:extLst>
          </p:cNvPr>
          <p:cNvSpPr/>
          <p:nvPr userDrawn="1"/>
        </p:nvSpPr>
        <p:spPr>
          <a:xfrm>
            <a:off x="16794572" y="695981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A488DB-865C-B850-18B4-48131FA01D2C}"/>
              </a:ext>
            </a:extLst>
          </p:cNvPr>
          <p:cNvSpPr/>
          <p:nvPr userDrawn="1"/>
        </p:nvSpPr>
        <p:spPr>
          <a:xfrm rot="10800000">
            <a:off x="2928512" y="2857432"/>
            <a:ext cx="174171" cy="3286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rapezoid 23">
            <a:extLst>
              <a:ext uri="{FF2B5EF4-FFF2-40B4-BE49-F238E27FC236}">
                <a16:creationId xmlns:a16="http://schemas.microsoft.com/office/drawing/2014/main" id="{D6520368-AC89-2FB6-2876-79F8ABA5A60B}"/>
              </a:ext>
            </a:extLst>
          </p:cNvPr>
          <p:cNvSpPr/>
          <p:nvPr userDrawn="1"/>
        </p:nvSpPr>
        <p:spPr>
          <a:xfrm rot="16200000">
            <a:off x="2477149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rapezoid 24">
            <a:extLst>
              <a:ext uri="{FF2B5EF4-FFF2-40B4-BE49-F238E27FC236}">
                <a16:creationId xmlns:a16="http://schemas.microsoft.com/office/drawing/2014/main" id="{31F0CFAD-BA78-5351-A676-91A905D4200B}"/>
              </a:ext>
            </a:extLst>
          </p:cNvPr>
          <p:cNvSpPr/>
          <p:nvPr userDrawn="1"/>
        </p:nvSpPr>
        <p:spPr>
          <a:xfrm rot="5400000" flipH="1">
            <a:off x="2982941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D46673-3168-BE55-7C0D-6E863D6D039F}"/>
              </a:ext>
            </a:extLst>
          </p:cNvPr>
          <p:cNvSpPr/>
          <p:nvPr userDrawn="1"/>
        </p:nvSpPr>
        <p:spPr>
          <a:xfrm rot="2531929">
            <a:off x="6051691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7F5011-2AAD-A336-CEBC-4423069E213E}"/>
              </a:ext>
            </a:extLst>
          </p:cNvPr>
          <p:cNvSpPr/>
          <p:nvPr userDrawn="1"/>
        </p:nvSpPr>
        <p:spPr>
          <a:xfrm rot="2531929">
            <a:off x="9331153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BC9D43D-FEA4-393B-D000-2430A1BDAE28}"/>
              </a:ext>
            </a:extLst>
          </p:cNvPr>
          <p:cNvSpPr/>
          <p:nvPr userDrawn="1"/>
        </p:nvSpPr>
        <p:spPr>
          <a:xfrm rot="2531929">
            <a:off x="12610615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2D782B0-7BF8-1DBC-5F55-10611D4DBD88}"/>
              </a:ext>
            </a:extLst>
          </p:cNvPr>
          <p:cNvSpPr/>
          <p:nvPr userDrawn="1"/>
        </p:nvSpPr>
        <p:spPr>
          <a:xfrm rot="2531929">
            <a:off x="15890077" y="2759478"/>
            <a:ext cx="174171" cy="58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206D2ECF-4E24-2859-DA80-3ECCFB3211DB}"/>
              </a:ext>
            </a:extLst>
          </p:cNvPr>
          <p:cNvSpPr/>
          <p:nvPr userDrawn="1"/>
        </p:nvSpPr>
        <p:spPr>
          <a:xfrm flipH="1">
            <a:off x="1210778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DEC39F7C-699B-7330-EF82-0F926F2793BF}"/>
              </a:ext>
            </a:extLst>
          </p:cNvPr>
          <p:cNvSpPr/>
          <p:nvPr userDrawn="1"/>
        </p:nvSpPr>
        <p:spPr>
          <a:xfrm flipH="1">
            <a:off x="4207978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A8F56DC9-D5A6-A597-035A-AB54BA2F3F11}"/>
              </a:ext>
            </a:extLst>
          </p:cNvPr>
          <p:cNvSpPr/>
          <p:nvPr userDrawn="1"/>
        </p:nvSpPr>
        <p:spPr>
          <a:xfrm flipH="1">
            <a:off x="7205178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B4173D37-9FDE-6566-9140-F5113A2891C9}"/>
              </a:ext>
            </a:extLst>
          </p:cNvPr>
          <p:cNvSpPr/>
          <p:nvPr userDrawn="1"/>
        </p:nvSpPr>
        <p:spPr>
          <a:xfrm flipH="1">
            <a:off x="10609544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E8194BBC-B960-F8F7-1644-5E146E7B33DB}"/>
              </a:ext>
            </a:extLst>
          </p:cNvPr>
          <p:cNvSpPr/>
          <p:nvPr userDrawn="1"/>
        </p:nvSpPr>
        <p:spPr>
          <a:xfrm flipH="1">
            <a:off x="14042463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F5300F93-73F8-320C-57AF-8200DD4D07AC}"/>
              </a:ext>
            </a:extLst>
          </p:cNvPr>
          <p:cNvSpPr/>
          <p:nvPr userDrawn="1"/>
        </p:nvSpPr>
        <p:spPr>
          <a:xfrm flipH="1">
            <a:off x="16794572" y="3923288"/>
            <a:ext cx="1146628" cy="482334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202DDB7-3209-79D3-8FAF-96C0C4A35458}"/>
              </a:ext>
            </a:extLst>
          </p:cNvPr>
          <p:cNvSpPr/>
          <p:nvPr userDrawn="1"/>
        </p:nvSpPr>
        <p:spPr>
          <a:xfrm rot="10800000">
            <a:off x="6195633" y="2857432"/>
            <a:ext cx="174171" cy="3286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C4F5FBB-A5AD-5A10-EFD5-10C4C0B5EE27}"/>
              </a:ext>
            </a:extLst>
          </p:cNvPr>
          <p:cNvSpPr/>
          <p:nvPr userDrawn="1"/>
        </p:nvSpPr>
        <p:spPr>
          <a:xfrm rot="10800000">
            <a:off x="9462753" y="2857432"/>
            <a:ext cx="174171" cy="3286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B9CF75A-2970-185F-5A4B-D60CE9DB5F84}"/>
              </a:ext>
            </a:extLst>
          </p:cNvPr>
          <p:cNvSpPr/>
          <p:nvPr userDrawn="1"/>
        </p:nvSpPr>
        <p:spPr>
          <a:xfrm rot="10800000">
            <a:off x="12742215" y="2857432"/>
            <a:ext cx="174171" cy="3286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07BDD79-8F07-B56F-0193-D1C83D020614}"/>
              </a:ext>
            </a:extLst>
          </p:cNvPr>
          <p:cNvSpPr/>
          <p:nvPr userDrawn="1"/>
        </p:nvSpPr>
        <p:spPr>
          <a:xfrm rot="10800000">
            <a:off x="16052883" y="2874146"/>
            <a:ext cx="174171" cy="32865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75EC2F32-855B-7873-E4DD-122931E7E7CA}"/>
              </a:ext>
            </a:extLst>
          </p:cNvPr>
          <p:cNvSpPr/>
          <p:nvPr userDrawn="1"/>
        </p:nvSpPr>
        <p:spPr>
          <a:xfrm rot="16200000">
            <a:off x="5756611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AE25B529-2F40-7A4C-CB4A-CC1A72D7982D}"/>
              </a:ext>
            </a:extLst>
          </p:cNvPr>
          <p:cNvSpPr/>
          <p:nvPr userDrawn="1"/>
        </p:nvSpPr>
        <p:spPr>
          <a:xfrm rot="5400000" flipH="1">
            <a:off x="6262403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DF8CA02F-6331-CB0A-1764-872E8557017D}"/>
              </a:ext>
            </a:extLst>
          </p:cNvPr>
          <p:cNvSpPr/>
          <p:nvPr userDrawn="1"/>
        </p:nvSpPr>
        <p:spPr>
          <a:xfrm rot="16200000">
            <a:off x="9036073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B4BC5F6C-A94C-57D0-45DD-4242333D8A71}"/>
              </a:ext>
            </a:extLst>
          </p:cNvPr>
          <p:cNvSpPr/>
          <p:nvPr userDrawn="1"/>
        </p:nvSpPr>
        <p:spPr>
          <a:xfrm rot="5400000" flipH="1">
            <a:off x="9541865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rapezoid 50">
            <a:extLst>
              <a:ext uri="{FF2B5EF4-FFF2-40B4-BE49-F238E27FC236}">
                <a16:creationId xmlns:a16="http://schemas.microsoft.com/office/drawing/2014/main" id="{9E4A572C-1798-1A56-E3B2-FE5F6D6924A6}"/>
              </a:ext>
            </a:extLst>
          </p:cNvPr>
          <p:cNvSpPr/>
          <p:nvPr userDrawn="1"/>
        </p:nvSpPr>
        <p:spPr>
          <a:xfrm rot="16200000">
            <a:off x="12315535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rapezoid 51">
            <a:extLst>
              <a:ext uri="{FF2B5EF4-FFF2-40B4-BE49-F238E27FC236}">
                <a16:creationId xmlns:a16="http://schemas.microsoft.com/office/drawing/2014/main" id="{DE3476BD-4C5D-467E-01F8-CF48FD4266C9}"/>
              </a:ext>
            </a:extLst>
          </p:cNvPr>
          <p:cNvSpPr/>
          <p:nvPr userDrawn="1"/>
        </p:nvSpPr>
        <p:spPr>
          <a:xfrm rot="5400000" flipH="1">
            <a:off x="12821327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rapezoid 59">
            <a:extLst>
              <a:ext uri="{FF2B5EF4-FFF2-40B4-BE49-F238E27FC236}">
                <a16:creationId xmlns:a16="http://schemas.microsoft.com/office/drawing/2014/main" id="{97CEF9A3-54CA-F989-138E-892B0009AFA3}"/>
              </a:ext>
            </a:extLst>
          </p:cNvPr>
          <p:cNvSpPr/>
          <p:nvPr userDrawn="1"/>
        </p:nvSpPr>
        <p:spPr>
          <a:xfrm rot="16200000">
            <a:off x="15594997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rapezoid 60">
            <a:extLst>
              <a:ext uri="{FF2B5EF4-FFF2-40B4-BE49-F238E27FC236}">
                <a16:creationId xmlns:a16="http://schemas.microsoft.com/office/drawing/2014/main" id="{B0265C50-C45E-12D5-ED7B-49657854BC84}"/>
              </a:ext>
            </a:extLst>
          </p:cNvPr>
          <p:cNvSpPr/>
          <p:nvPr userDrawn="1"/>
        </p:nvSpPr>
        <p:spPr>
          <a:xfrm rot="5400000" flipH="1">
            <a:off x="16100789" y="5408265"/>
            <a:ext cx="571106" cy="457199"/>
          </a:xfrm>
          <a:prstGeom prst="trapezoid">
            <a:avLst/>
          </a:prstGeom>
          <a:solidFill>
            <a:schemeClr val="tx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1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0F0F0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1028700" y="3984708"/>
            <a:ext cx="916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Click to add subtitle</a:t>
            </a:r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1028700" y="1123950"/>
            <a:ext cx="14241000" cy="27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3" b="1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CLICK TO EDIT</a:t>
            </a:r>
            <a:endParaRPr sz="11003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3" b="1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THEME TITLE STYLE</a:t>
            </a:r>
            <a:endParaRPr sz="11003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rgbClr val="F0F0F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457200" y="3946075"/>
            <a:ext cx="8229600" cy="59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8481250" y="12"/>
            <a:ext cx="9806732" cy="10286957"/>
          </a:xfrm>
          <a:custGeom>
            <a:avLst/>
            <a:gdLst/>
            <a:ahLst/>
            <a:cxnLst/>
            <a:rect l="l" t="t" r="r" b="b"/>
            <a:pathLst>
              <a:path w="2052777" h="2489824" extrusionOk="0">
                <a:moveTo>
                  <a:pt x="12780" y="0"/>
                </a:moveTo>
                <a:lnTo>
                  <a:pt x="2039997" y="0"/>
                </a:lnTo>
                <a:cubicBezTo>
                  <a:pt x="2047055" y="0"/>
                  <a:pt x="2052777" y="5722"/>
                  <a:pt x="2052777" y="12780"/>
                </a:cubicBezTo>
                <a:lnTo>
                  <a:pt x="2052777" y="2477045"/>
                </a:lnTo>
                <a:cubicBezTo>
                  <a:pt x="2052777" y="2484102"/>
                  <a:pt x="2047055" y="2489824"/>
                  <a:pt x="2039997" y="2489824"/>
                </a:cubicBezTo>
                <a:lnTo>
                  <a:pt x="12780" y="2489824"/>
                </a:lnTo>
                <a:cubicBezTo>
                  <a:pt x="5722" y="2489824"/>
                  <a:pt x="0" y="2484102"/>
                  <a:pt x="0" y="2477045"/>
                </a:cubicBezTo>
                <a:lnTo>
                  <a:pt x="0" y="12780"/>
                </a:lnTo>
                <a:cubicBezTo>
                  <a:pt x="0" y="5722"/>
                  <a:pt x="5722" y="0"/>
                  <a:pt x="12780" y="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457200" y="635000"/>
            <a:ext cx="74076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CLICK TO EDIT</a:t>
            </a:r>
            <a:endParaRPr sz="7000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THEME TITLE STYLE</a:t>
            </a:r>
            <a:endParaRPr sz="7000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0" name="Google Shape;20;p4"/>
          <p:cNvGraphicFramePr/>
          <p:nvPr/>
        </p:nvGraphicFramePr>
        <p:xfrm>
          <a:off x="10204349" y="1780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{E2C5CD4C-6C28-4930-AAB1-F70589696291}</a:tableStyleId>
              </a:tblPr>
              <a:tblGrid>
                <a:gridCol w="553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8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3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3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3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3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Click to Edit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30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56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0F0F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/>
          <p:nvPr/>
        </p:nvSpPr>
        <p:spPr>
          <a:xfrm>
            <a:off x="843625" y="4406900"/>
            <a:ext cx="69615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CLICK TO EDIT</a:t>
            </a:r>
            <a:endParaRPr sz="7000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rgbClr val="00569E"/>
                </a:solidFill>
                <a:latin typeface="Poppins"/>
                <a:ea typeface="Poppins"/>
                <a:cs typeface="Poppins"/>
                <a:sym typeface="Poppins"/>
              </a:rPr>
              <a:t>THEME TITLE STYLE</a:t>
            </a:r>
            <a:endParaRPr sz="7000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0" b="1">
              <a:solidFill>
                <a:srgbClr val="00569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987" y="493753"/>
            <a:ext cx="8428401" cy="929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/>
          <p:nvPr/>
        </p:nvSpPr>
        <p:spPr>
          <a:xfrm>
            <a:off x="8141647" y="-2599606"/>
            <a:ext cx="4287457" cy="4287457"/>
          </a:xfrm>
          <a:custGeom>
            <a:avLst/>
            <a:gdLst/>
            <a:ahLst/>
            <a:cxnLst/>
            <a:rect l="l" t="t" r="r" b="b"/>
            <a:pathLst>
              <a:path w="1708150" h="1708150" extrusionOk="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13739832" y="8143040"/>
            <a:ext cx="4287457" cy="4287457"/>
          </a:xfrm>
          <a:custGeom>
            <a:avLst/>
            <a:gdLst/>
            <a:ahLst/>
            <a:cxnLst/>
            <a:rect l="l" t="t" r="r" b="b"/>
            <a:pathLst>
              <a:path w="1708150" h="1708150" extrusionOk="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solidFill>
          <a:srgbClr val="F0F0F0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/>
          <p:nvPr/>
        </p:nvSpPr>
        <p:spPr>
          <a:xfrm>
            <a:off x="1750959" y="4191249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6044819" y="4191249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10338678" y="4191249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14632538" y="4191249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6350000" h="6350000" extrusionOk="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00569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2136141" y="4773613"/>
            <a:ext cx="113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6430000" y="4773613"/>
            <a:ext cx="113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10723860" y="4773613"/>
            <a:ext cx="113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5017719" y="4773613"/>
            <a:ext cx="1134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1322925" y="608550"/>
            <a:ext cx="102924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CLICK TO EDIT</a:t>
            </a:r>
            <a:endParaRPr sz="7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THEME TITLE STYLE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83850" y="6574358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•"/>
              <a:defRPr sz="28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–"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9271550" y="6574358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•"/>
              <a:defRPr sz="28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–"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5130100" y="6726758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•"/>
              <a:defRPr sz="28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–"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13565750" y="6574358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•"/>
              <a:defRPr sz="28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–"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bg>
      <p:bgPr>
        <a:solidFill>
          <a:srgbClr val="00569E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7"/>
          <p:cNvSpPr txBox="1"/>
          <p:nvPr/>
        </p:nvSpPr>
        <p:spPr>
          <a:xfrm>
            <a:off x="2608946" y="6815624"/>
            <a:ext cx="7541700" cy="23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92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123,456</a:t>
            </a:r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10667109" y="7506186"/>
            <a:ext cx="5011800" cy="9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Click to edit theme title</a:t>
            </a:r>
            <a:endParaRPr sz="2999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style</a:t>
            </a:r>
            <a:endParaRPr sz="2999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08950" y="0"/>
            <a:ext cx="13070100" cy="6598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rgbClr val="F0F0F0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91390" y="1586870"/>
            <a:ext cx="7575066" cy="75152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8"/>
          <p:cNvGrpSpPr/>
          <p:nvPr/>
        </p:nvGrpSpPr>
        <p:grpSpPr>
          <a:xfrm>
            <a:off x="0" y="1982004"/>
            <a:ext cx="9043246" cy="6488806"/>
            <a:chOff x="0" y="-57150"/>
            <a:chExt cx="2188800" cy="1570531"/>
          </a:xfrm>
        </p:grpSpPr>
        <p:sp>
          <p:nvSpPr>
            <p:cNvPr id="51" name="Google Shape;51;p8"/>
            <p:cNvSpPr/>
            <p:nvPr/>
          </p:nvSpPr>
          <p:spPr>
            <a:xfrm>
              <a:off x="0" y="0"/>
              <a:ext cx="2188755" cy="1513381"/>
            </a:xfrm>
            <a:custGeom>
              <a:avLst/>
              <a:gdLst/>
              <a:ahLst/>
              <a:cxnLst/>
              <a:rect l="l" t="t" r="r" b="b"/>
              <a:pathLst>
                <a:path w="2188755" h="1513381" extrusionOk="0">
                  <a:moveTo>
                    <a:pt x="11986" y="0"/>
                  </a:moveTo>
                  <a:lnTo>
                    <a:pt x="2176770" y="0"/>
                  </a:lnTo>
                  <a:cubicBezTo>
                    <a:pt x="2183389" y="0"/>
                    <a:pt x="2188755" y="5366"/>
                    <a:pt x="2188755" y="11986"/>
                  </a:cubicBezTo>
                  <a:lnTo>
                    <a:pt x="2188755" y="1501395"/>
                  </a:lnTo>
                  <a:cubicBezTo>
                    <a:pt x="2188755" y="1508014"/>
                    <a:pt x="2183389" y="1513381"/>
                    <a:pt x="2176770" y="1513381"/>
                  </a:cubicBezTo>
                  <a:lnTo>
                    <a:pt x="11986" y="1513381"/>
                  </a:lnTo>
                  <a:cubicBezTo>
                    <a:pt x="5366" y="1513381"/>
                    <a:pt x="0" y="1508014"/>
                    <a:pt x="0" y="1501395"/>
                  </a:cubicBezTo>
                  <a:lnTo>
                    <a:pt x="0" y="11986"/>
                  </a:lnTo>
                  <a:cubicBezTo>
                    <a:pt x="0" y="5366"/>
                    <a:pt x="5366" y="0"/>
                    <a:pt x="11986" y="0"/>
                  </a:cubicBezTo>
                  <a:close/>
                </a:path>
              </a:pathLst>
            </a:custGeom>
            <a:solidFill>
              <a:srgbClr val="005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8"/>
            <p:cNvSpPr txBox="1"/>
            <p:nvPr/>
          </p:nvSpPr>
          <p:spPr>
            <a:xfrm>
              <a:off x="0" y="-57150"/>
              <a:ext cx="2188800" cy="15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0" tIns="254000" rIns="254000" bIns="254000" anchor="ctr" anchorCtr="0">
              <a:noAutofit/>
            </a:bodyPr>
            <a:lstStyle/>
            <a:p>
              <a:pPr marL="0" marR="0" lvl="0" indent="0" algn="ctr" rtl="0">
                <a:lnSpc>
                  <a:spcPct val="17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8"/>
          <p:cNvSpPr txBox="1"/>
          <p:nvPr/>
        </p:nvSpPr>
        <p:spPr>
          <a:xfrm>
            <a:off x="1028700" y="2830277"/>
            <a:ext cx="7547400" cy="4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TO EDIT</a:t>
            </a:r>
            <a:endParaRPr sz="6999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THEME TITLE STYLE</a:t>
            </a:r>
            <a:endParaRPr sz="6999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746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»"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7465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746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746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746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»"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746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746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746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746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dk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465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7465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7465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–"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»"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746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Char char="•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4083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/>
          <p:nvPr/>
        </p:nvSpPr>
        <p:spPr>
          <a:xfrm>
            <a:off x="5732698" y="8423275"/>
            <a:ext cx="682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to edit subtitle</a:t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14514776" y="-2574148"/>
            <a:ext cx="6435455" cy="6435455"/>
          </a:xfrm>
          <a:custGeom>
            <a:avLst/>
            <a:gdLst/>
            <a:ahLst/>
            <a:cxnLst/>
            <a:rect l="l" t="t" r="r" b="b"/>
            <a:pathLst>
              <a:path w="1708150" h="1708150" extrusionOk="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-2661372" y="6426551"/>
            <a:ext cx="6435455" cy="6435455"/>
          </a:xfrm>
          <a:custGeom>
            <a:avLst/>
            <a:gdLst/>
            <a:ahLst/>
            <a:cxnLst/>
            <a:rect l="l" t="t" r="r" b="b"/>
            <a:pathLst>
              <a:path w="1708150" h="1708150" extrusionOk="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3178639" y="1985973"/>
            <a:ext cx="11930700" cy="57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69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Click to</a:t>
            </a:r>
            <a:endParaRPr sz="12469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69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edit theme style</a:t>
            </a:r>
            <a:endParaRPr sz="12469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6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46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46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»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46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image" Target="../media/image12.svg"/><Relationship Id="rId10" Type="http://schemas.openxmlformats.org/officeDocument/2006/relationships/image" Target="../media/image8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1.png"/><Relationship Id="rId10" Type="http://schemas.openxmlformats.org/officeDocument/2006/relationships/image" Target="../media/image9.png"/><Relationship Id="rId4" Type="http://schemas.openxmlformats.org/officeDocument/2006/relationships/image" Target="../media/image24.sv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B4B0D0-7E57-56A0-8305-19CF551B46A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46A817C-E507-F137-DF2E-0E480C7452A5}"/>
              </a:ext>
            </a:extLst>
          </p:cNvPr>
          <p:cNvSpPr txBox="1"/>
          <p:nvPr/>
        </p:nvSpPr>
        <p:spPr>
          <a:xfrm>
            <a:off x="1760792" y="3163310"/>
            <a:ext cx="14766416" cy="3795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89"/>
              </a:lnSpc>
            </a:pPr>
            <a:r>
              <a:rPr lang="en-US" sz="11464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GESTIUNE TRAFIC</a:t>
            </a:r>
            <a:r>
              <a:rPr lang="en-US" sz="11464" b="1" dirty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1464" b="1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E671</a:t>
            </a:r>
            <a:endParaRPr lang="en-US" sz="11464" b="1" dirty="0">
              <a:solidFill>
                <a:srgbClr val="FCC33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10187FF-6C99-B7D5-6F54-46AB8376D2A1}"/>
              </a:ext>
            </a:extLst>
          </p:cNvPr>
          <p:cNvSpPr txBox="1"/>
          <p:nvPr/>
        </p:nvSpPr>
        <p:spPr>
          <a:xfrm>
            <a:off x="2586952" y="6718562"/>
            <a:ext cx="13114097" cy="107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0"/>
              </a:lnSpc>
            </a:pPr>
            <a:r>
              <a:rPr lang="en-US" sz="6100" b="1" spc="402" dirty="0" err="1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Sectorul</a:t>
            </a:r>
            <a:r>
              <a:rPr lang="en-US" sz="6100" b="1" spc="402" dirty="0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100" b="1" spc="402" dirty="0" err="1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Vetis</a:t>
            </a:r>
            <a:endParaRPr lang="en-US" sz="6100" b="1" spc="402" dirty="0">
              <a:solidFill>
                <a:srgbClr val="00AEE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567A4887-948B-289D-B97D-04C005805AE2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AE32BA8-B8BC-2498-549C-5049F1C72AF6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E355-E11F-1966-974D-468E7764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E296EB3D-E4FC-E5AE-0AC1-99F9437657F7}"/>
              </a:ext>
            </a:extLst>
          </p:cNvPr>
          <p:cNvSpPr txBox="1"/>
          <p:nvPr/>
        </p:nvSpPr>
        <p:spPr>
          <a:xfrm>
            <a:off x="5855481" y="1339676"/>
            <a:ext cx="6826418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 err="1" smtClean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Cuprins</a:t>
            </a: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6B9AB3F-5168-588E-0DA2-58BC402C60F1}"/>
              </a:ext>
            </a:extLst>
          </p:cNvPr>
          <p:cNvSpPr txBox="1"/>
          <p:nvPr/>
        </p:nvSpPr>
        <p:spPr>
          <a:xfrm>
            <a:off x="828731" y="2764651"/>
            <a:ext cx="12819924" cy="7237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Descriere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sectoare</a:t>
            </a:r>
            <a:endParaRPr lang="en-US" sz="3600" spc="79" dirty="0">
              <a:solidFill>
                <a:srgbClr val="1F285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Obiective</a:t>
            </a:r>
            <a:endParaRPr lang="en-US" sz="3600" spc="79" dirty="0">
              <a:solidFill>
                <a:srgbClr val="1F285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smtClean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"/>
              </a:rPr>
              <a:t>Model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"/>
              </a:rPr>
              <a:t>functionare</a:t>
            </a:r>
            <a:r>
              <a:rPr lang="en-US" sz="3600" spc="79" dirty="0" smtClean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"/>
              </a:rPr>
              <a:t> </a:t>
            </a:r>
            <a:r>
              <a:rPr lang="en-US" sz="3600" spc="79" dirty="0" err="1" smtClean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"/>
              </a:rPr>
              <a:t>benzi</a:t>
            </a:r>
            <a:r>
              <a:rPr lang="en-US" sz="3600" spc="79" dirty="0" smtClean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"/>
              </a:rPr>
              <a:t> </a:t>
            </a:r>
            <a:r>
              <a:rPr lang="en-US" sz="3600" spc="79" dirty="0" err="1" smtClean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"/>
              </a:rPr>
              <a:t>reversibile</a:t>
            </a:r>
            <a:endParaRPr lang="en-US" sz="36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Modificari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tronson</a:t>
            </a:r>
            <a:endParaRPr lang="en-US" sz="3600" b="1" spc="79" dirty="0" smtClean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Parametrii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considerati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spc="79" dirty="0" err="1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 Bold"/>
              </a:rPr>
              <a:t>pentru</a:t>
            </a:r>
            <a:r>
              <a:rPr lang="en-US" sz="3600" spc="79" dirty="0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spc="79" dirty="0" err="1">
                <a:solidFill>
                  <a:srgbClr val="1F2858"/>
                </a:solidFill>
                <a:latin typeface="Montserrat"/>
                <a:ea typeface="Montserrat Bold"/>
                <a:cs typeface="Montserrat Bold"/>
                <a:sym typeface="Montserrat Bold"/>
              </a:rPr>
              <a:t>simulare</a:t>
            </a:r>
            <a:endParaRPr lang="en-US" sz="3600" spc="79" dirty="0">
              <a:solidFill>
                <a:srgbClr val="1F2858"/>
              </a:solidFill>
              <a:latin typeface="Montserrat"/>
              <a:ea typeface="Montserrat Bold"/>
              <a:cs typeface="Montserrat Bold"/>
              <a:sym typeface="Montserrat Bold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Simulare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trafic</a:t>
            </a:r>
            <a:endParaRPr lang="en-US" sz="3600" b="1" spc="79" dirty="0" smtClean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Rapoarte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silmulari</a:t>
            </a:r>
            <a:endParaRPr lang="en-US" sz="36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</a:t>
            </a:r>
            <a:r>
              <a:rPr lang="en-US" sz="36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</a:t>
            </a:r>
            <a:r>
              <a:rPr lang="en-US" sz="36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software</a:t>
            </a:r>
          </a:p>
          <a:p>
            <a:pPr marL="841374" lvl="1" indent="-571500" algn="l">
              <a:lnSpc>
                <a:spcPts val="4624"/>
              </a:lnSpc>
              <a:buClr>
                <a:srgbClr val="1F2858"/>
              </a:buClr>
              <a:buFontTx/>
              <a:buChar char="▶"/>
            </a:pPr>
            <a:endParaRPr lang="en-US" sz="40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2E5798B8-DA5E-BB86-4728-87F15FAD8E91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CBAF00B-4B89-EAAB-D9A3-4385E558D4FB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7">
          <a:extLst>
            <a:ext uri="{FF2B5EF4-FFF2-40B4-BE49-F238E27FC236}">
              <a16:creationId xmlns:a16="http://schemas.microsoft.com/office/drawing/2014/main" id="{543293E4-D777-24FC-7803-533E40A5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314CBCFE-D474-A045-9187-7685A0968AF9}"/>
              </a:ext>
            </a:extLst>
          </p:cNvPr>
          <p:cNvSpPr txBox="1"/>
          <p:nvPr/>
        </p:nvSpPr>
        <p:spPr>
          <a:xfrm>
            <a:off x="3845965" y="1510955"/>
            <a:ext cx="10656962" cy="1368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Descriere</a:t>
            </a:r>
            <a:r>
              <a:rPr lang="en-US" sz="8000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Sector</a:t>
            </a:r>
            <a:endParaRPr lang="en-US" sz="8000" b="1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6751021-B420-0873-656F-7A3AE7E97BF9}"/>
              </a:ext>
            </a:extLst>
          </p:cNvPr>
          <p:cNvSpPr txBox="1"/>
          <p:nvPr/>
        </p:nvSpPr>
        <p:spPr>
          <a:xfrm>
            <a:off x="2422213" y="4266546"/>
            <a:ext cx="13504466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la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sens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giratoriu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intersectia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E671 cu 19H (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centura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SM)</a:t>
            </a:r>
            <a:endParaRPr lang="en-US" sz="3600" spc="85" dirty="0" smtClean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>
              <a:lnSpc>
                <a:spcPct val="150000"/>
              </a:lnSpc>
            </a:pP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Sens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giratoriu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spre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Vetis</a:t>
            </a:r>
            <a:endParaRPr lang="en-US" sz="3600" spc="85" dirty="0" smtClean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>
              <a:lnSpc>
                <a:spcPct val="150000"/>
              </a:lnSpc>
            </a:pP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benzi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 + 1 +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una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reversibila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3600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2 –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benzi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fixe – 3.5m</a:t>
            </a:r>
            <a:endParaRPr lang="en-US" sz="3600" spc="85" dirty="0" smtClean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>
              <a:lnSpc>
                <a:spcPct val="150000"/>
              </a:lnSpc>
            </a:pP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		1 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-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banda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-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mijloc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3.5m</a:t>
            </a:r>
            <a:endParaRPr lang="en-US" sz="3600" spc="85" dirty="0" smtClean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>
              <a:lnSpc>
                <a:spcPct val="150000"/>
              </a:lnSpc>
            </a:pP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 send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giratoriu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2 </a:t>
            </a:r>
            <a:r>
              <a:rPr lang="en-US" sz="3600" spc="85" dirty="0" err="1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benzi</a:t>
            </a:r>
            <a:r>
              <a:rPr lang="en-US" sz="36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x 5.5m</a:t>
            </a:r>
            <a:endParaRPr lang="en-US" sz="3600" spc="85" dirty="0" smtClean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DBC124F-EFD2-3348-1658-D74D122F29A6}"/>
              </a:ext>
            </a:extLst>
          </p:cNvPr>
          <p:cNvSpPr txBox="1"/>
          <p:nvPr/>
        </p:nvSpPr>
        <p:spPr>
          <a:xfrm>
            <a:off x="6463913" y="3079267"/>
            <a:ext cx="2579125" cy="920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5680" b="1" spc="210" dirty="0" err="1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Vetis</a:t>
            </a:r>
            <a:r>
              <a:rPr lang="en-US" sz="5680" b="1" spc="210" dirty="0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endParaRPr lang="en-US" sz="5680" b="1" spc="210" dirty="0">
              <a:solidFill>
                <a:srgbClr val="00AEE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63712CC-3E2D-A0C5-164B-A5F6BD7A2417}"/>
              </a:ext>
            </a:extLst>
          </p:cNvPr>
          <p:cNvSpPr txBox="1"/>
          <p:nvPr/>
        </p:nvSpPr>
        <p:spPr>
          <a:xfrm>
            <a:off x="9043038" y="3337706"/>
            <a:ext cx="427118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348" b="1" spc="123" dirty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348" b="1" spc="123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~ </a:t>
            </a:r>
            <a:r>
              <a:rPr lang="en-US" sz="5680" b="1" spc="123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3.2</a:t>
            </a:r>
            <a:r>
              <a:rPr lang="en-US" sz="5680" b="1" spc="123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680" b="1" spc="123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km</a:t>
            </a:r>
            <a:endParaRPr lang="en-US" sz="5680" b="1" spc="123" dirty="0">
              <a:solidFill>
                <a:srgbClr val="FCC33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0C6DF1F4-4F11-556B-53BC-58625FF0DC4E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1DA2C33-7A0C-E916-A955-7E251C5C9434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57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7">
          <a:extLst>
            <a:ext uri="{FF2B5EF4-FFF2-40B4-BE49-F238E27FC236}">
              <a16:creationId xmlns:a16="http://schemas.microsoft.com/office/drawing/2014/main" id="{3B1A6EEF-9E0C-EE9F-A660-77ED39E4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4">
            <a:extLst>
              <a:ext uri="{FF2B5EF4-FFF2-40B4-BE49-F238E27FC236}">
                <a16:creationId xmlns:a16="http://schemas.microsoft.com/office/drawing/2014/main" id="{F9594721-4F57-697E-03CC-91ED6E7FF393}"/>
              </a:ext>
            </a:extLst>
          </p:cNvPr>
          <p:cNvSpPr/>
          <p:nvPr/>
        </p:nvSpPr>
        <p:spPr>
          <a:xfrm>
            <a:off x="1028700" y="6431677"/>
            <a:ext cx="682787" cy="682787"/>
          </a:xfrm>
          <a:custGeom>
            <a:avLst/>
            <a:gdLst/>
            <a:ahLst/>
            <a:cxnLst/>
            <a:rect l="l" t="t" r="r" b="b"/>
            <a:pathLst>
              <a:path w="682787" h="682787">
                <a:moveTo>
                  <a:pt x="0" y="0"/>
                </a:moveTo>
                <a:lnTo>
                  <a:pt x="682787" y="0"/>
                </a:lnTo>
                <a:lnTo>
                  <a:pt x="682787" y="682787"/>
                </a:lnTo>
                <a:lnTo>
                  <a:pt x="0" y="682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38129A3-DE09-28A5-24E4-13FC5E514620}"/>
              </a:ext>
            </a:extLst>
          </p:cNvPr>
          <p:cNvSpPr/>
          <p:nvPr/>
        </p:nvSpPr>
        <p:spPr>
          <a:xfrm flipH="1">
            <a:off x="1028700" y="7275876"/>
            <a:ext cx="682787" cy="682787"/>
          </a:xfrm>
          <a:custGeom>
            <a:avLst/>
            <a:gdLst/>
            <a:ahLst/>
            <a:cxnLst/>
            <a:rect l="l" t="t" r="r" b="b"/>
            <a:pathLst>
              <a:path w="682787" h="682787">
                <a:moveTo>
                  <a:pt x="682787" y="0"/>
                </a:moveTo>
                <a:lnTo>
                  <a:pt x="0" y="0"/>
                </a:lnTo>
                <a:lnTo>
                  <a:pt x="0" y="682787"/>
                </a:lnTo>
                <a:lnTo>
                  <a:pt x="682787" y="682787"/>
                </a:lnTo>
                <a:lnTo>
                  <a:pt x="6827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E46D0A25-98BD-FCBC-0377-086FCC636B86}"/>
              </a:ext>
            </a:extLst>
          </p:cNvPr>
          <p:cNvSpPr/>
          <p:nvPr/>
        </p:nvSpPr>
        <p:spPr>
          <a:xfrm>
            <a:off x="1043713" y="8116801"/>
            <a:ext cx="667774" cy="666939"/>
          </a:xfrm>
          <a:custGeom>
            <a:avLst/>
            <a:gdLst/>
            <a:ahLst/>
            <a:cxnLst/>
            <a:rect l="l" t="t" r="r" b="b"/>
            <a:pathLst>
              <a:path w="667774" h="666939">
                <a:moveTo>
                  <a:pt x="0" y="0"/>
                </a:moveTo>
                <a:lnTo>
                  <a:pt x="667774" y="0"/>
                </a:lnTo>
                <a:lnTo>
                  <a:pt x="667774" y="666940"/>
                </a:lnTo>
                <a:lnTo>
                  <a:pt x="0" y="666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2454C863-EDB0-F69E-13EE-2B8DCF8B587A}"/>
              </a:ext>
            </a:extLst>
          </p:cNvPr>
          <p:cNvSpPr/>
          <p:nvPr/>
        </p:nvSpPr>
        <p:spPr>
          <a:xfrm flipV="1">
            <a:off x="10948599" y="7063863"/>
            <a:ext cx="4384204" cy="11016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19D61838-6EC7-8D56-2710-D912C90CC4AF}"/>
              </a:ext>
            </a:extLst>
          </p:cNvPr>
          <p:cNvSpPr/>
          <p:nvPr/>
        </p:nvSpPr>
        <p:spPr>
          <a:xfrm>
            <a:off x="10323744" y="6525645"/>
            <a:ext cx="457666" cy="653809"/>
          </a:xfrm>
          <a:custGeom>
            <a:avLst/>
            <a:gdLst/>
            <a:ahLst/>
            <a:cxnLst/>
            <a:rect l="l" t="t" r="r" b="b"/>
            <a:pathLst>
              <a:path w="457666" h="653809">
                <a:moveTo>
                  <a:pt x="0" y="0"/>
                </a:moveTo>
                <a:lnTo>
                  <a:pt x="457666" y="0"/>
                </a:lnTo>
                <a:lnTo>
                  <a:pt x="457666" y="653809"/>
                </a:lnTo>
                <a:lnTo>
                  <a:pt x="0" y="65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solidFill>
                <a:srgbClr val="1F2858"/>
              </a:solidFill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EA09C277-8074-1D77-407C-5324625CD1AB}"/>
              </a:ext>
            </a:extLst>
          </p:cNvPr>
          <p:cNvSpPr txBox="1"/>
          <p:nvPr/>
        </p:nvSpPr>
        <p:spPr>
          <a:xfrm>
            <a:off x="7315200" y="2727131"/>
            <a:ext cx="3679525" cy="992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000" b="1" spc="221" dirty="0" err="1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Vetis</a:t>
            </a:r>
            <a:endParaRPr lang="en-US" sz="6000" b="1" spc="221" dirty="0">
              <a:solidFill>
                <a:srgbClr val="00AEE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60746296-A849-BA76-1F85-86302524D3CF}"/>
              </a:ext>
            </a:extLst>
          </p:cNvPr>
          <p:cNvSpPr txBox="1"/>
          <p:nvPr/>
        </p:nvSpPr>
        <p:spPr>
          <a:xfrm>
            <a:off x="9828810" y="7351828"/>
            <a:ext cx="1447533" cy="66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9"/>
              </a:lnSpc>
            </a:pPr>
            <a:r>
              <a:rPr lang="en-US" sz="3999" b="1" spc="147">
                <a:solidFill>
                  <a:srgbClr val="01B7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8905B62B-E179-14B3-C132-3CB5A0AB0838}"/>
              </a:ext>
            </a:extLst>
          </p:cNvPr>
          <p:cNvSpPr txBox="1"/>
          <p:nvPr/>
        </p:nvSpPr>
        <p:spPr>
          <a:xfrm>
            <a:off x="14812384" y="8032548"/>
            <a:ext cx="1885805" cy="86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36"/>
              </a:lnSpc>
            </a:pPr>
            <a:r>
              <a:rPr lang="en-US" sz="2600" b="1" spc="96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​</a:t>
            </a:r>
            <a:r>
              <a:rPr lang="en-US" sz="2600" spc="96" dirty="0" smtClean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47.780546,22.790206</a:t>
            </a:r>
            <a:endParaRPr lang="en-US" sz="2600" spc="96" dirty="0">
              <a:solidFill>
                <a:srgbClr val="1F2858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3BD45C56-48DA-3625-9B4D-BB17E729338C}"/>
              </a:ext>
            </a:extLst>
          </p:cNvPr>
          <p:cNvSpPr txBox="1"/>
          <p:nvPr/>
        </p:nvSpPr>
        <p:spPr>
          <a:xfrm>
            <a:off x="1043713" y="5067300"/>
            <a:ext cx="7791692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5000" b="1" spc="-170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</a:t>
            </a:r>
            <a:r>
              <a:rPr lang="en-US" sz="5000" b="1" spc="-170" dirty="0" err="1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intersecții</a:t>
            </a:r>
            <a:r>
              <a:rPr lang="en-US" sz="5000" b="1" spc="-170" dirty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5000" b="1" spc="-170" dirty="0" err="1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notabile</a:t>
            </a:r>
            <a:endParaRPr lang="en-US" sz="5000" b="1" spc="-170" dirty="0">
              <a:solidFill>
                <a:srgbClr val="FCC33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5F447AA-48C0-3B54-82B3-884243EB422D}"/>
              </a:ext>
            </a:extLst>
          </p:cNvPr>
          <p:cNvSpPr txBox="1"/>
          <p:nvPr/>
        </p:nvSpPr>
        <p:spPr>
          <a:xfrm>
            <a:off x="2020620" y="6478020"/>
            <a:ext cx="1908256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276" spc="121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3276" spc="12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76" spc="121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stânga</a:t>
            </a:r>
            <a:endParaRPr lang="en-US" sz="3276" spc="12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7CA45459-0FDB-6651-9260-98CBE0B38FA2}"/>
              </a:ext>
            </a:extLst>
          </p:cNvPr>
          <p:cNvSpPr txBox="1"/>
          <p:nvPr/>
        </p:nvSpPr>
        <p:spPr>
          <a:xfrm>
            <a:off x="9734995" y="8032548"/>
            <a:ext cx="186838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53"/>
              </a:lnSpc>
            </a:pPr>
            <a:r>
              <a:rPr lang="en-US" sz="2613" spc="96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47.783513, 22.831691</a:t>
            </a:r>
            <a:endParaRPr lang="en-US" sz="2613" spc="96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69398F6B-2C0D-3A7A-0756-0E328B8E19CB}"/>
              </a:ext>
            </a:extLst>
          </p:cNvPr>
          <p:cNvSpPr txBox="1"/>
          <p:nvPr/>
        </p:nvSpPr>
        <p:spPr>
          <a:xfrm>
            <a:off x="14812384" y="7406662"/>
            <a:ext cx="1832883" cy="66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9"/>
              </a:lnSpc>
            </a:pPr>
            <a:r>
              <a:rPr lang="en-US" sz="3999" b="1" spc="147" dirty="0" err="1">
                <a:solidFill>
                  <a:srgbClr val="01B7D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Sfârșit</a:t>
            </a:r>
            <a:endParaRPr lang="en-US" sz="3999" b="1" spc="147" dirty="0">
              <a:solidFill>
                <a:srgbClr val="01B7D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ACE0EBBD-506E-222B-2663-E2025E0DCD8E}"/>
              </a:ext>
            </a:extLst>
          </p:cNvPr>
          <p:cNvSpPr txBox="1"/>
          <p:nvPr/>
        </p:nvSpPr>
        <p:spPr>
          <a:xfrm>
            <a:off x="2020620" y="8164974"/>
            <a:ext cx="4299311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276" spc="12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1 </a:t>
            </a:r>
            <a:r>
              <a:rPr lang="en-US" sz="3276" spc="12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trecere</a:t>
            </a:r>
            <a:r>
              <a:rPr lang="en-US" sz="3276" spc="12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76" spc="121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n-US" sz="3276" spc="121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pietoni</a:t>
            </a:r>
            <a:endParaRPr lang="en-US" sz="3276" spc="12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7F3DA813-C2D5-7090-562C-D4E3994C3F4B}"/>
              </a:ext>
            </a:extLst>
          </p:cNvPr>
          <p:cNvSpPr txBox="1"/>
          <p:nvPr/>
        </p:nvSpPr>
        <p:spPr>
          <a:xfrm>
            <a:off x="2020620" y="7322219"/>
            <a:ext cx="22187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276" spc="12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4 </a:t>
            </a:r>
            <a:r>
              <a:rPr lang="en-US" sz="3276" spc="121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dreapta</a:t>
            </a:r>
            <a:endParaRPr lang="en-US" sz="3276" spc="12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AA3E4E46-1FFB-9B1D-9D60-5311BAC0FB7E}"/>
              </a:ext>
            </a:extLst>
          </p:cNvPr>
          <p:cNvSpPr txBox="1"/>
          <p:nvPr/>
        </p:nvSpPr>
        <p:spPr>
          <a:xfrm>
            <a:off x="10296105" y="5067300"/>
            <a:ext cx="6963195" cy="83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5000" b="1" spc="185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Coordonate GPS</a:t>
            </a:r>
          </a:p>
        </p:txBody>
      </p:sp>
      <p:sp>
        <p:nvSpPr>
          <p:cNvPr id="28" name="Freeform 20">
            <a:extLst>
              <a:ext uri="{FF2B5EF4-FFF2-40B4-BE49-F238E27FC236}">
                <a16:creationId xmlns:a16="http://schemas.microsoft.com/office/drawing/2014/main" id="{C70CAC40-98FC-C377-3376-0E1A7C264015}"/>
              </a:ext>
            </a:extLst>
          </p:cNvPr>
          <p:cNvSpPr/>
          <p:nvPr/>
        </p:nvSpPr>
        <p:spPr>
          <a:xfrm>
            <a:off x="15499992" y="6554623"/>
            <a:ext cx="457666" cy="653809"/>
          </a:xfrm>
          <a:custGeom>
            <a:avLst/>
            <a:gdLst/>
            <a:ahLst/>
            <a:cxnLst/>
            <a:rect l="l" t="t" r="r" b="b"/>
            <a:pathLst>
              <a:path w="457666" h="653809">
                <a:moveTo>
                  <a:pt x="0" y="0"/>
                </a:moveTo>
                <a:lnTo>
                  <a:pt x="457666" y="0"/>
                </a:lnTo>
                <a:lnTo>
                  <a:pt x="457666" y="653809"/>
                </a:lnTo>
                <a:lnTo>
                  <a:pt x="0" y="65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A0A51DCD-A115-66C5-0A91-EAC66F902E62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2CA80A37-1B67-6079-B3BA-677CD8F69E66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3591232" y="4887627"/>
            <a:ext cx="11105535" cy="313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ro-RO" sz="3400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Banda reversibilă închisă</a:t>
            </a:r>
            <a:endParaRPr sz="3400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31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ro-RO" sz="3400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Deschidere trafic sens 1</a:t>
            </a:r>
            <a:endParaRPr sz="3400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431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ro-RO" sz="3400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Închidere trafic sens 1 (banda reversibilă închisă)</a:t>
            </a:r>
          </a:p>
          <a:p>
            <a:pPr marL="457200" lvl="0" indent="-431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ro-RO" sz="3400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Deschidere trafic sens 2</a:t>
            </a:r>
          </a:p>
          <a:p>
            <a:pPr marL="457200" lvl="0" indent="-431800">
              <a:lnSpc>
                <a:spcPct val="110000"/>
              </a:lnSpc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ro-RO" sz="3400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Închidere trafic sens 2 (banda reversibilă închisă)</a:t>
            </a:r>
            <a:endParaRPr sz="2800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Picture 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23D9026-C79F-5365-9BF2-74F18828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242424" y="8085174"/>
            <a:ext cx="1834053" cy="1717540"/>
          </a:xfrm>
          <a:prstGeom prst="rect">
            <a:avLst/>
          </a:prstGeom>
        </p:spPr>
      </p:pic>
      <p:pic>
        <p:nvPicPr>
          <p:cNvPr id="3" name="Picture 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61BB2C8-0615-DEB6-C121-CFE213E0C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77" y="8026919"/>
            <a:ext cx="1717540" cy="1834053"/>
          </a:xfrm>
          <a:prstGeom prst="rect">
            <a:avLst/>
          </a:prstGeom>
        </p:spPr>
      </p:pic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1F83F50-CAEE-27CF-5AF2-96590601C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9656784" y="8085173"/>
            <a:ext cx="1834053" cy="1717540"/>
          </a:xfrm>
          <a:prstGeom prst="rect">
            <a:avLst/>
          </a:prstGeom>
        </p:spPr>
      </p:pic>
      <p:pic>
        <p:nvPicPr>
          <p:cNvPr id="5" name="Picture 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B827F56-E366-AF8E-158C-09357EBD6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862" y="8026918"/>
            <a:ext cx="1717540" cy="1834053"/>
          </a:xfrm>
          <a:prstGeom prst="rect">
            <a:avLst/>
          </a:prstGeom>
        </p:spPr>
      </p:pic>
      <p:pic>
        <p:nvPicPr>
          <p:cNvPr id="6" name="Picture 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EC1AF26-3025-6678-892B-C076CB774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7679" y="8026917"/>
            <a:ext cx="1717540" cy="1834053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292D9E55-F0D4-C3EC-ABBE-6455E8CFE727}"/>
              </a:ext>
            </a:extLst>
          </p:cNvPr>
          <p:cNvSpPr txBox="1"/>
          <p:nvPr/>
        </p:nvSpPr>
        <p:spPr>
          <a:xfrm>
            <a:off x="1417489" y="1659690"/>
            <a:ext cx="15453019" cy="2787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Gestionarea</a:t>
            </a:r>
            <a:r>
              <a:rPr lang="en-US" sz="8000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Traficului</a:t>
            </a:r>
            <a:r>
              <a:rPr lang="en-US" sz="8000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prin</a:t>
            </a:r>
            <a:r>
              <a:rPr lang="en-US" sz="8000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dirty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Benzi </a:t>
            </a:r>
            <a:r>
              <a:rPr lang="en-US" sz="8000" b="1" dirty="0" err="1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Reversibile</a:t>
            </a:r>
            <a:endParaRPr lang="en-US" sz="8000" b="1" dirty="0">
              <a:solidFill>
                <a:srgbClr val="00AEE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A8DBFD88-265A-D6A8-F5B2-8E5013991DF1}"/>
              </a:ext>
            </a:extLst>
          </p:cNvPr>
          <p:cNvSpPr/>
          <p:nvPr/>
        </p:nvSpPr>
        <p:spPr>
          <a:xfrm>
            <a:off x="14747029" y="764677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FDCB023-B2B3-5B41-768F-73868ECF3422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7">
          <a:extLst>
            <a:ext uri="{FF2B5EF4-FFF2-40B4-BE49-F238E27FC236}">
              <a16:creationId xmlns:a16="http://schemas.microsoft.com/office/drawing/2014/main" id="{8C564890-67BD-9E5A-9779-8EC906E7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BCB6711D-4D9C-7F54-C742-DFA9BCAF4A25}"/>
              </a:ext>
            </a:extLst>
          </p:cNvPr>
          <p:cNvSpPr/>
          <p:nvPr/>
        </p:nvSpPr>
        <p:spPr>
          <a:xfrm>
            <a:off x="14747029" y="764677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C1E1B15-0706-A32C-CD81-CE2C81B8A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64" y="3501320"/>
            <a:ext cx="6587595" cy="3687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093D75-92FD-50DD-8684-A75E9F38F726}"/>
              </a:ext>
            </a:extLst>
          </p:cNvPr>
          <p:cNvSpPr txBox="1"/>
          <p:nvPr/>
        </p:nvSpPr>
        <p:spPr>
          <a:xfrm>
            <a:off x="8273845" y="4253488"/>
            <a:ext cx="10014155" cy="4627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Reducerea</a:t>
            </a:r>
            <a:r>
              <a:rPr lang="en-US" sz="4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ambuteiajelor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în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orele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de </a:t>
            </a:r>
            <a:r>
              <a:rPr lang="en-US" sz="4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vârf</a:t>
            </a:r>
            <a:endParaRPr lang="en-US" sz="4000" spc="76" dirty="0">
              <a:solidFill>
                <a:srgbClr val="1F2858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  <a:p>
            <a:pPr marL="259640" lvl="1" algn="l">
              <a:lnSpc>
                <a:spcPts val="3607"/>
              </a:lnSpc>
            </a:pPr>
            <a:endParaRPr lang="en-US" sz="4000" spc="76" dirty="0">
              <a:solidFill>
                <a:srgbClr val="1F2858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Creșterea</a:t>
            </a:r>
            <a:r>
              <a:rPr lang="en-US" sz="4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capacității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drumului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​</a:t>
            </a: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endParaRPr lang="en-US" sz="4000" spc="76" dirty="0">
              <a:solidFill>
                <a:srgbClr val="1F2858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Siguranță</a:t>
            </a:r>
            <a:r>
              <a:rPr lang="en-US" sz="4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ridicată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​</a:t>
            </a: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endParaRPr lang="en-US" sz="4000" spc="76" dirty="0">
              <a:solidFill>
                <a:srgbClr val="1F2858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Monitorizare</a:t>
            </a:r>
            <a:r>
              <a:rPr lang="en-US" sz="4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video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​</a:t>
            </a: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endParaRPr lang="en-US" sz="4000" spc="76" dirty="0">
              <a:solidFill>
                <a:srgbClr val="1F2858"/>
              </a:solidFill>
              <a:latin typeface="Montserrat" panose="00000500000000000000" pitchFamily="2" charset="0"/>
              <a:ea typeface="Montserrat Light"/>
              <a:cs typeface="Montserrat Light"/>
              <a:sym typeface="Montserrat Light"/>
            </a:endParaRPr>
          </a:p>
          <a:p>
            <a:pPr marL="945440" lvl="1" indent="-685800" algn="l">
              <a:lnSpc>
                <a:spcPts val="3607"/>
              </a:lnSpc>
              <a:buFont typeface="Montserrat" panose="00000500000000000000" pitchFamily="2" charset="0"/>
              <a:buChar char="▶"/>
            </a:pP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Gestionare</a:t>
            </a:r>
            <a:r>
              <a:rPr lang="en-US" sz="4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Trafic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in </a:t>
            </a:r>
            <a:r>
              <a:rPr lang="en-US" sz="4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timp</a:t>
            </a:r>
            <a:r>
              <a:rPr lang="en-US" sz="4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real​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C5AA9055-600D-7ABD-DAEC-28495C7F0B01}"/>
              </a:ext>
            </a:extLst>
          </p:cNvPr>
          <p:cNvSpPr txBox="1"/>
          <p:nvPr/>
        </p:nvSpPr>
        <p:spPr>
          <a:xfrm>
            <a:off x="3397112" y="1994274"/>
            <a:ext cx="11543004" cy="83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9"/>
              </a:lnSpc>
            </a:pPr>
            <a:r>
              <a:rPr lang="en-US" sz="8000" b="1" spc="127" dirty="0" err="1">
                <a:solidFill>
                  <a:srgbClr val="00AEE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Obiective</a:t>
            </a:r>
            <a:r>
              <a:rPr lang="en-US" sz="8000" b="1" spc="127" dirty="0">
                <a:solidFill>
                  <a:srgbClr val="00AEE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85" dirty="0" err="1">
                <a:solidFill>
                  <a:srgbClr val="00AEEF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ș</a:t>
            </a:r>
            <a:r>
              <a:rPr lang="en-US" sz="8000" b="1" spc="127" dirty="0" err="1">
                <a:solidFill>
                  <a:srgbClr val="00AEE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i</a:t>
            </a:r>
            <a:r>
              <a:rPr lang="en-US" sz="8000" b="1" spc="127" dirty="0">
                <a:solidFill>
                  <a:srgbClr val="00AEE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spc="127" dirty="0" err="1">
                <a:solidFill>
                  <a:srgbClr val="00AEEF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beneficii</a:t>
            </a:r>
            <a:endParaRPr lang="en-US" sz="8000" b="1" spc="127" dirty="0">
              <a:solidFill>
                <a:srgbClr val="00AEEF"/>
              </a:solidFill>
              <a:latin typeface="Montserrat" panose="00000500000000000000" pitchFamily="2" charset="0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953CC2C-D59B-F757-C9BA-7A26FADF747C}"/>
              </a:ext>
            </a:extLst>
          </p:cNvPr>
          <p:cNvSpPr txBox="1"/>
          <p:nvPr/>
        </p:nvSpPr>
        <p:spPr>
          <a:xfrm>
            <a:off x="1150364" y="7408182"/>
            <a:ext cx="6587595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7"/>
              </a:lnSpc>
              <a:spcBef>
                <a:spcPts val="1200"/>
              </a:spcBef>
            </a:pP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Implementarea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unui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sistem</a:t>
            </a:r>
            <a:r>
              <a:rPr lang="en-US" sz="3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inteligent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de control al </a:t>
            </a: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benzilor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, care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permite</a:t>
            </a:r>
            <a:r>
              <a:rPr lang="en-US" sz="3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schimbarea</a:t>
            </a:r>
            <a:r>
              <a:rPr lang="en-US" sz="3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sensului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unei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benzi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în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</a:t>
            </a:r>
            <a:r>
              <a:rPr lang="en-US" sz="3000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funcție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de</a:t>
            </a:r>
            <a:r>
              <a:rPr lang="en-US" sz="3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fluxul</a:t>
            </a:r>
            <a:r>
              <a:rPr lang="en-US" sz="3000" b="1" spc="76" dirty="0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3000" b="1" spc="76" dirty="0" err="1">
                <a:solidFill>
                  <a:srgbClr val="1F2858"/>
                </a:solidFill>
                <a:latin typeface="Montserrat" panose="00000500000000000000" pitchFamily="2" charset="0"/>
                <a:ea typeface="Montserrat Bold"/>
                <a:cs typeface="Montserrat Bold"/>
                <a:sym typeface="Montserrat Bold"/>
              </a:rPr>
              <a:t>trafic</a:t>
            </a:r>
            <a:r>
              <a:rPr lang="en-US" sz="3000" spc="76" dirty="0">
                <a:solidFill>
                  <a:srgbClr val="1F2858"/>
                </a:solidFill>
                <a:latin typeface="Montserrat" panose="00000500000000000000" pitchFamily="2" charset="0"/>
                <a:ea typeface="Montserrat Light"/>
                <a:cs typeface="Montserrat Light"/>
                <a:sym typeface="Montserrat Light"/>
              </a:rPr>
              <a:t>.​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449F9CC3-619C-23E2-DF77-6C2A304D3974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1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45EA0-87EF-27BC-FFEB-49B350B4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F915D928-8996-59C7-D820-B260988FF0A8}"/>
              </a:ext>
            </a:extLst>
          </p:cNvPr>
          <p:cNvSpPr txBox="1"/>
          <p:nvPr/>
        </p:nvSpPr>
        <p:spPr>
          <a:xfrm>
            <a:off x="2343780" y="1605459"/>
            <a:ext cx="136496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Banda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reversibil</a:t>
            </a: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ă închisă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619C0C6-AF57-6F2C-3A84-D90208588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5E0E5BA-40EB-77CB-A286-11BB27CD8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E1C5BD7-891D-62B2-3315-F8530C017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C13CE8F-8DEC-31FF-B174-017F6B56A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02D00B6-B702-D101-FB3A-1974E2F8B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D38CC56-9154-7785-F2C9-48E2D74E8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335E59A-B3C6-8594-EBF6-63942531A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59F0643-99ED-DD12-092A-2677FFD78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C6F0520-BEA8-1007-3984-E83664313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14E7341-9253-561A-E264-CA682DD21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0294A29-D6EA-B7E2-BEDB-625FB35B8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E7CC33D-890C-CF1B-C722-A140A3DC6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E14B4CA-EF4B-E9A6-1E7C-715386F1F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2BCA246-08E5-65B7-CE86-457CA23D2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7662868-10D0-5659-2F8B-74491FADA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E47F152-0B85-3A1A-C907-997289BEC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7CBC9E6-F942-1241-68CB-7A3AB1C34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6015B53-E204-E0A9-FE45-8D1886CA7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5A1E83F-B578-7312-5581-3B91C3FE4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5E26CB1-68F2-CB0A-4AED-F56D46DDE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E9C57BA-FFBC-9F18-96FF-2B690A868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49EE07E-F884-4795-4A0E-B188642F0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7E5F855-F7E3-2EEA-F036-28F070525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375466F-8732-DA43-3BBB-2CB1F1073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62A7FCB-018D-BA51-3114-9A23148C2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9DCB34C-23E8-C1BB-2E26-61C7B1B1D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85971CF-157F-4DCB-1F35-C3856F125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CDA2EA2-BC9E-7990-F355-60F92ADE9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07CC3E2-5803-268A-C661-60E31143D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0B3E80D-1ABE-E21B-6F4A-8758D33CA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5777C2C-9792-AC87-9243-3C5907958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69132" y="6382657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4ABEFD7-81C1-9AB8-9E77-E3ED05B1D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FE48151-6D9B-5681-2B32-279A769A9C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76026" y="6399762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7C53049-9ABC-388B-42C0-ED8DAD130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82920" y="6416867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57B3CBA-403C-4E3C-175C-33E985477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259809" y="638265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9D816A5-E42E-19C0-0ED6-F36C590253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697990" y="641686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0D918BE-60E5-D4D5-1847-96BF8A6B4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5AB21EB-D8EA-B41F-06A4-57D61C871F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F3DBD78-660C-AEAC-058E-024BD6D24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2E10DC7-9ACE-4490-18B4-1B167D9D4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54A5D0C-84A7-E2D2-D892-F2BAE992C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623CEAB-28D5-B809-6409-4541303A4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650660" y="6390603"/>
            <a:ext cx="1637340" cy="163734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6A9F016A-D5B3-06E2-81AA-525FEA3491C0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1D28721A-4988-8655-6DA1-94FC05B66FF0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6">
            <a:extLst>
              <a:ext uri="{FF2B5EF4-FFF2-40B4-BE49-F238E27FC236}">
                <a16:creationId xmlns:a16="http://schemas.microsoft.com/office/drawing/2014/main" id="{7EB33938-EDB1-025A-63B9-220BC4DE0F17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8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8487-1B42-69FE-E63D-6B790A36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969314DC-7928-97A1-0356-1E89B1ADCC08}"/>
              </a:ext>
            </a:extLst>
          </p:cNvPr>
          <p:cNvSpPr txBox="1"/>
          <p:nvPr/>
        </p:nvSpPr>
        <p:spPr>
          <a:xfrm>
            <a:off x="3988614" y="1431652"/>
            <a:ext cx="928288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FDE8661-8FC5-55D7-08D0-D99B76F57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15902CC-9A0A-EFAF-2E88-BB6E497E8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9218304-2C05-048A-DBE7-78AE2D1D4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04217AE-94E1-D571-22CA-AB843D92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A69711F-3687-8B11-A1AF-1E3645185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A892B26-3937-8CC6-2B22-5092B28F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15022B7-6BC9-F345-A62A-1AC6E31D6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A3ED01C-8A0A-12FD-7F3D-13A2EE312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FBFDC0B-BA7E-D39E-56BE-1B678EB8C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726E146-2EDF-3201-48C6-24C3AA887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D56B5CD-536D-8D94-2522-08BFE4D03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EB77661-50E0-43BF-77B1-4904DC852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EDDAF31-3D04-4DD0-B51F-E2904B7C5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71FB31F-DB14-23A0-A98F-F251610F7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A75BE4F-B614-0CA1-F9E0-B74B3D0B2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452C33B-EAEB-4108-A0D1-E6F53131B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6BBFD04-455B-2AEE-A24F-BBA90812E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76174ED-B698-DC9C-1BAF-237EFB7D2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AB75AB9-76C6-2DC3-E696-ACEFC8D25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64E9353-A8AE-4841-7D29-E6011EA6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B5D27B0-F29F-ABA4-C09F-0C1CB9A69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FE0B1A7-2846-6BCF-E008-32682B6FA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6019875-11E9-B25F-7256-28B4A978E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7BDAB89-8E39-EAAF-A30E-AADAAEE15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F1377B2-8469-DFA8-7887-D62B6D9C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952F4DD-7895-DAE4-9FD0-D86D600BC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9132" y="6382657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C654A4B-CEF7-8D62-3413-605CC0AFD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BB88834-506A-01A5-CBCF-16835532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776026" y="6399762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2FDF2ED-3309-CCD9-D7A4-B3EAE8C6F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882920" y="6416867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A81C463-0F3A-AE79-C98D-2A4A6BE50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59809" y="638265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B672CF2-EF44-4715-0A7C-7945BA86B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97990" y="641686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9E494CB-D2F2-D552-BFB3-85A40F6A1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2A5541F-AD42-99D8-135E-633907466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A1C32AF-14FD-341F-D1A7-533E316521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785F71F-D6EC-FAA4-793D-3E41E6A58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B3B1760-258A-FA3A-D138-637B588B0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D0AA29F-F6E5-9125-A9E8-E53A4C783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65066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92D8637-6A1B-B88A-CBCA-AAA2A415A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919128" y="4819950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58CD480-E411-F6A9-5675-0DD56A7B9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919128" y="6216772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0BDA598-5ADA-C6C8-DEE7-E7655EB8F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79879" y="4819950"/>
            <a:ext cx="1637340" cy="1637340"/>
          </a:xfrm>
          <a:prstGeom prst="rect">
            <a:avLst/>
          </a:prstGeom>
        </p:spPr>
      </p:pic>
      <p:pic>
        <p:nvPicPr>
          <p:cNvPr id="48" name="Picture 4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47D7646-6BE6-ACBE-EA30-FE707C59A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79879" y="6216772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6D10FAC-EB69-AC3B-CB84-E38D8A0F7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040630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A76686E-5E46-2DB3-10A8-5C8EEFB6E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040630" y="6216772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0454FD9-A277-3007-8670-5D0F2E1B2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4819950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3AF5831-C8C7-91C1-6A3F-ABE380104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53" name="Picture 5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A19B0DE-095C-BCBE-A344-5797B750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47150" y="5460642"/>
            <a:ext cx="347663" cy="347663"/>
          </a:xfrm>
          <a:prstGeom prst="rect">
            <a:avLst/>
          </a:prstGeom>
        </p:spPr>
      </p:pic>
      <p:pic>
        <p:nvPicPr>
          <p:cNvPr id="54" name="Picture 5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FF1217E-ADF9-E72F-6F8F-3B9BF9A00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92001" y="5460642"/>
            <a:ext cx="347663" cy="347663"/>
          </a:xfrm>
          <a:prstGeom prst="rect">
            <a:avLst/>
          </a:prstGeom>
        </p:spPr>
      </p:pic>
      <p:pic>
        <p:nvPicPr>
          <p:cNvPr id="55" name="Picture 5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5B0E074-0A0D-3D03-C645-36F096AB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81300" y="5460642"/>
            <a:ext cx="347663" cy="347663"/>
          </a:xfrm>
          <a:prstGeom prst="rect">
            <a:avLst/>
          </a:prstGeom>
        </p:spPr>
      </p:pic>
      <p:pic>
        <p:nvPicPr>
          <p:cNvPr id="56" name="Picture 5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218D681-4AB8-001B-CF7F-C2D5B2F3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70600" y="5460642"/>
            <a:ext cx="347663" cy="347663"/>
          </a:xfrm>
          <a:prstGeom prst="rect">
            <a:avLst/>
          </a:prstGeom>
        </p:spPr>
      </p:pic>
      <p:pic>
        <p:nvPicPr>
          <p:cNvPr id="57" name="Picture 5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939F3FC-D1E9-0B80-2C53-96083C8B4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59901" y="5460642"/>
            <a:ext cx="347663" cy="3476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B7317D9-92BC-86FD-F1A7-7F878F5B1EC7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CE71489E-EC4A-F1B4-907C-C571EF7FE1CF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0AAE82CE-07D3-FB4F-DE5D-703E34F0AE4D}"/>
              </a:ext>
            </a:extLst>
          </p:cNvPr>
          <p:cNvSpPr/>
          <p:nvPr/>
        </p:nvSpPr>
        <p:spPr>
          <a:xfrm>
            <a:off x="-103330" y="278945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09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47A7-BA68-FC28-5E45-6BD3B51C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8D24FAC-1F28-6AB1-6CB6-FFD006A6F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14CB0FC-78DF-7D2A-7462-2987AC88C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3E6FA43-11BC-D219-A143-114E134A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DD8BACD-A1D1-75BD-8F13-9E84A6719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738E807-EE5C-6D5A-E8C3-EDB58B7A6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B6A9EBC-BEB2-8361-6203-B627A7C08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3CEC37D-CCEA-B334-92B6-2317C0C3F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66985CA-E16B-1BCA-0605-4DDCB8D31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8DDEBFF-1C7A-42EB-A4D3-D9F14788F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9138C8B-9790-A98B-8F4A-2C088867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FA86A7B-7664-C012-0559-4DEE13CDD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909BD22-FF5B-C908-86C6-07D2BAD2B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C27EA9C-64AC-4A58-0929-14EDACDEE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955DE60-C745-A22B-9672-333AB9923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FDA4623-873A-5B7E-5040-5962E4C28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452060A-EAC4-F006-FB9E-E48445683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9F9D77D-629B-E002-FFCE-82FF1BFC9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12BF2C1-A29B-66E0-6EC6-0EF3FE06A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93F1DA2-3751-30C1-30A3-5CF78F7EC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42347F9-0AA1-1EA9-C22B-10E792066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D2C4F51-60FB-0AFB-5CEE-4EFAE8F62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4178A35-C831-11FE-67F9-DF7EE718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3FE5D44-0C37-288E-9534-ADAEA6AC6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DEFEB48-9ED7-676D-4142-3A6636DAF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E0B9198-F1C6-95AB-6430-EE7CC5909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B9939BE-FE4B-288C-8E96-54953CA40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9132" y="6382657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639AB65-A764-1AEA-6B95-016D04FD3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899FE283-4745-2FBC-C9BE-202EFB4FC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97795" y="4905440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45F9F37-A7D6-C4EF-0ED2-CBE4053FC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07040" y="6399762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95BB867-87BD-0D05-1377-D7AEBD070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336162" y="4837663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92A74DA-A4D4-6620-6E9B-5F3A711B3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97990" y="641686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956AA78-524C-531C-51F0-F46B456DF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8625F5B-F398-5D6F-C0D0-960A1380D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179A187-AA3E-037F-2CAF-D819CBE2A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20D59D2-1EF4-BEAD-B174-9B99A73B8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2C85F60-56B4-5741-4AAE-1203DC2A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F5A98D3-1778-1ADB-0075-B02B2F4E4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65066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7A78368-9D82-2A89-4FEC-F4044221A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919128" y="4819950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951AF85-EDC4-CD14-A2F3-2C15AA093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919128" y="6216772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A0DC7D4-B9AF-966F-B051-BED0A9E55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79879" y="4819950"/>
            <a:ext cx="1637340" cy="1637340"/>
          </a:xfrm>
          <a:prstGeom prst="rect">
            <a:avLst/>
          </a:prstGeom>
        </p:spPr>
      </p:pic>
      <p:pic>
        <p:nvPicPr>
          <p:cNvPr id="48" name="Picture 4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1B28A45-E537-278D-DE38-D413565E2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479879" y="6216772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39D2B50-43CB-E729-CD2B-0F32625CF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040630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DDC2D46-CE01-0A4A-07C2-971718635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040630" y="6216772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7CEE012-803C-3C7C-71A3-1187D3415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4819950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5F3A067-0DBF-74C1-5D4E-71A65AFDF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53" name="Picture 5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626FE11-CA9F-3A94-74F1-7752AFE66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47150" y="5460642"/>
            <a:ext cx="347663" cy="347663"/>
          </a:xfrm>
          <a:prstGeom prst="rect">
            <a:avLst/>
          </a:prstGeom>
        </p:spPr>
      </p:pic>
      <p:pic>
        <p:nvPicPr>
          <p:cNvPr id="54" name="Picture 5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4210CE9-CA7F-CC0A-DDE0-E3B4978F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92001" y="5460642"/>
            <a:ext cx="347663" cy="347663"/>
          </a:xfrm>
          <a:prstGeom prst="rect">
            <a:avLst/>
          </a:prstGeom>
        </p:spPr>
      </p:pic>
      <p:pic>
        <p:nvPicPr>
          <p:cNvPr id="55" name="Picture 5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1F8D994-6185-FECE-505E-219600E4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81300" y="5460642"/>
            <a:ext cx="347663" cy="347663"/>
          </a:xfrm>
          <a:prstGeom prst="rect">
            <a:avLst/>
          </a:prstGeom>
        </p:spPr>
      </p:pic>
      <p:pic>
        <p:nvPicPr>
          <p:cNvPr id="56" name="Picture 5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02C9E4E-57C1-B9B2-B2AE-A73926E3C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70600" y="5460642"/>
            <a:ext cx="347663" cy="347663"/>
          </a:xfrm>
          <a:prstGeom prst="rect">
            <a:avLst/>
          </a:prstGeom>
        </p:spPr>
      </p:pic>
      <p:pic>
        <p:nvPicPr>
          <p:cNvPr id="57" name="Picture 5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21947E6-9A2C-D77E-25F1-44F018184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59901" y="5460642"/>
            <a:ext cx="347663" cy="3476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C694DE-F199-FE50-B551-0DD2A4004F0B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EA21127B-1DAF-EC6D-19AE-6B010BF83D63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E26F9D94-407B-11DB-4047-A52E98ED7FE5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Google Shape;140;p14">
            <a:extLst>
              <a:ext uri="{FF2B5EF4-FFF2-40B4-BE49-F238E27FC236}">
                <a16:creationId xmlns:a16="http://schemas.microsoft.com/office/drawing/2014/main" id="{D68C866D-0FCB-83AB-2F16-6655FE894972}"/>
              </a:ext>
            </a:extLst>
          </p:cNvPr>
          <p:cNvSpPr txBox="1"/>
          <p:nvPr/>
        </p:nvSpPr>
        <p:spPr>
          <a:xfrm>
            <a:off x="3988614" y="1431652"/>
            <a:ext cx="928288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370697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4DC8-41F8-5564-B02A-2FC995693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DBBBEDA-3114-7370-A23C-EDF853D6E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660E616-F7E2-5C29-ED55-619BC111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CBB9CDE-75BB-99DC-55A2-1CC79001A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4ED49B9-0928-BF6E-8562-F6180F98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B5FFCD5-5EC6-4824-EFB7-65DB1F75A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6A49E2E-1A92-CD58-8A25-B00B5DC84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6F6CD41-B35A-3015-63E8-7BD4E95D9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1CCA98C-9781-E814-FF55-F5A534246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C57EB24-8D09-181B-A664-C1601CAA7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A373642-0CA7-0D92-7DD8-41AFCD8DB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D357CEA-24FC-7BD9-792D-CE1781E55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E3F7E99-C2AF-4916-FB23-DEC153C4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2D098A0-5F1C-8264-28CF-4377DA6D6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422E98B-EDA4-F020-F174-620C1E44C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E260F1B-5ED9-862E-4E21-2B6CE1CDF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147E111-24DC-06AA-0C9F-B0710EF60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FC298BE-A52A-2F03-98B2-2331AB6E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3ABAD27-070A-1644-6D50-FA7EF1578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A4006D5-8451-3EEA-DB01-2F2A5EDDD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DEA791D-16C3-0AEC-C245-86D034F9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8B46B57-554C-E832-AC19-9D5D1D37F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1FEF68B-C9EE-4070-75C5-C342390FD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316B251-1E43-4E36-3148-6F1402594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0C743C0-C69D-51EA-4B5C-85E8F72D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CF748D3-5E87-FFF0-29A2-12F709124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4D7E2F94-00D7-642C-FD4A-1B6CE3F35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52312" y="6348604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8A2277D-AD11-4D3A-6F0A-116E65BE7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8005C8FC-0818-7960-50BD-0E2C0255F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69325" y="4753263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D9FE99C1-D9E2-8DEF-04E9-D3DD7AE4F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60581" y="6390603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4DB4ECAC-0050-2E67-EBAC-D1062ABCB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753890" y="477952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AC105BF-63FD-4771-CB1A-6B33A5C78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611105" y="635917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DD311E8-471C-E3E8-F1FC-5BA24F0AB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6AB999B-2D92-2410-A3F8-C314731802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711B69B-698C-7A0E-D139-2C8B227294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C079CAA-5742-59E3-707C-18115DD68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DB13BC6-6448-DB4F-27DA-9C16AB1B9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1B8C0B6-6151-38FE-BF6B-6061E5B21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74AFCCD-2B70-E621-9395-C36AC56C3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83488" y="4741747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1887D20-236F-0511-009E-4FC173B11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13240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D4A1BA62-FDFA-320E-9BC4-47ABF91FA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120916" y="4779527"/>
            <a:ext cx="1637340" cy="1637340"/>
          </a:xfrm>
          <a:prstGeom prst="rect">
            <a:avLst/>
          </a:prstGeom>
        </p:spPr>
      </p:pic>
      <p:pic>
        <p:nvPicPr>
          <p:cNvPr id="48" name="Picture 4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06C5527-897C-4EC4-2A4A-C5DF78E73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41294" y="6348604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79344B1-BC03-87E6-BD6A-46C2E4989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50668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CC9A63F-4CFD-D7D8-5246-75D03C0E8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67368" y="6266198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A6AC2DF-AE5E-E4D8-1F06-385D219DB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172" y="4819950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0CB41B4-1AA0-AC15-D0C1-64D6416A7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53" name="Picture 5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428AA44-F8BF-5832-1BC2-E5781CDC1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47150" y="5460642"/>
            <a:ext cx="347663" cy="347663"/>
          </a:xfrm>
          <a:prstGeom prst="rect">
            <a:avLst/>
          </a:prstGeom>
        </p:spPr>
      </p:pic>
      <p:pic>
        <p:nvPicPr>
          <p:cNvPr id="54" name="Picture 5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E8A896D-7769-96B4-BCC1-03D3BC24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92001" y="5460642"/>
            <a:ext cx="347663" cy="347663"/>
          </a:xfrm>
          <a:prstGeom prst="rect">
            <a:avLst/>
          </a:prstGeom>
        </p:spPr>
      </p:pic>
      <p:pic>
        <p:nvPicPr>
          <p:cNvPr id="55" name="Picture 5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866B905-300B-BE96-023A-67035783D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81300" y="5460642"/>
            <a:ext cx="347663" cy="347663"/>
          </a:xfrm>
          <a:prstGeom prst="rect">
            <a:avLst/>
          </a:prstGeom>
        </p:spPr>
      </p:pic>
      <p:pic>
        <p:nvPicPr>
          <p:cNvPr id="56" name="Picture 5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098BE20-7261-97A8-71FC-6DB5B26B3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70600" y="5460642"/>
            <a:ext cx="347663" cy="347663"/>
          </a:xfrm>
          <a:prstGeom prst="rect">
            <a:avLst/>
          </a:prstGeom>
        </p:spPr>
      </p:pic>
      <p:pic>
        <p:nvPicPr>
          <p:cNvPr id="57" name="Picture 5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CCACCB5-01FF-27F3-1B62-61E311D1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59901" y="5460642"/>
            <a:ext cx="347663" cy="3476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7921F7-443B-A95F-716D-036D95E5CC02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8CC0D3ED-908E-C853-7F4B-93DDCDD1658C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8" name="Freeform 6">
            <a:extLst>
              <a:ext uri="{FF2B5EF4-FFF2-40B4-BE49-F238E27FC236}">
                <a16:creationId xmlns:a16="http://schemas.microsoft.com/office/drawing/2014/main" id="{A95A6165-AB0C-8CF7-BF51-540F7882806E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9" name="Google Shape;140;p14">
            <a:extLst>
              <a:ext uri="{FF2B5EF4-FFF2-40B4-BE49-F238E27FC236}">
                <a16:creationId xmlns:a16="http://schemas.microsoft.com/office/drawing/2014/main" id="{1BBE4202-CBC3-F256-3A64-B92C554DAB6D}"/>
              </a:ext>
            </a:extLst>
          </p:cNvPr>
          <p:cNvSpPr txBox="1"/>
          <p:nvPr/>
        </p:nvSpPr>
        <p:spPr>
          <a:xfrm>
            <a:off x="3988614" y="1431652"/>
            <a:ext cx="928288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50842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FA1A6-4AD3-6761-74D5-D86701EC0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9C87CDAC-251A-F51E-D8A5-71BCB5069EF1}"/>
              </a:ext>
            </a:extLst>
          </p:cNvPr>
          <p:cNvSpPr txBox="1"/>
          <p:nvPr/>
        </p:nvSpPr>
        <p:spPr>
          <a:xfrm>
            <a:off x="4502592" y="1532837"/>
            <a:ext cx="82959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161F399-5946-A4B1-3D45-9EF75151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2738252-3D60-0505-38E6-4F1CD3EB6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391CFF5-E709-F3E5-0FE9-EC9551B2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D36D43E-E84B-697F-520D-8D12E08B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E661F0E-6A05-8DA8-D254-57383F8EE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05D0966-8CDC-7696-F4B6-1DB98C1E6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C3EFADA-8FC2-CA62-7649-A13B1FC4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5CEBA59-C919-9534-3411-6FADEED0F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CCBF735-DF42-5EB7-626B-6E66C4215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88ABBD0-2C7E-F91B-5112-1CF01E2D4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B1DF316-CF65-BB54-CA30-BF4BF1C8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2DB9438-56F4-7EF7-6900-15F0A218B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C91F128-CD95-24CF-7697-8B1576A9B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A47603B-AA3A-F504-8FA9-1246AC76D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1C6F125-9BC3-B46A-C292-FC26C377B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8AC797E-C834-A3BF-4475-51DDE9820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45FEEDA-A9B6-A6E8-A9C8-38A642F5B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68F9DFF-8CEA-90F5-1A02-072E0172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E7A8A93-3F25-392A-1326-2D6080A16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7A400E4-ED0E-FBFB-ECAD-DBAE8A0CA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36B6DFF-F4C6-6558-4D92-24C8A3194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02DE613-DDB8-D766-A7D7-88C4B0C1E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3E11B18-2154-B2D4-A3C7-BB6DCC910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0A59665-DD7A-CD42-BFDC-41A18CD44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DE44EFA-BB1D-EB45-9296-C7595573A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72A5854-4FA8-E743-7514-AD824ABED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52312" y="6348604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D8C8D30-82A0-CFEF-63BD-125F8F842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B59D96E-E4F1-3EEE-2EC4-F201940A2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69325" y="4753263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6796226-70B6-3C70-165A-F6BE5B4B4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60581" y="6390603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5851BA1-F1F1-E8B4-EDEE-3266CA5BD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753890" y="477952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F5616CE-2CEB-7CB8-1D53-3C58FBD5D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611105" y="635917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2995BE8-161E-536C-E927-FC1772F8C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9D323BA0-2A03-33E9-0D6A-2EBC90410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9E6A904B-E138-48AF-12CD-01D963B8A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7629DA4-01CD-8901-025F-60835977B8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66BB81F-9A50-AA41-19D1-09E9644C8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A6BC2F4-8C74-286B-5525-1791B8780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C0CC213-3EC8-B569-0D9C-B62E6B69E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83488" y="4741747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DB32AEF-C831-8473-68F9-F4DA32907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13240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A768F3E-B02F-7ACF-E15B-F789B8195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120916" y="4779527"/>
            <a:ext cx="1637340" cy="1637340"/>
          </a:xfrm>
          <a:prstGeom prst="rect">
            <a:avLst/>
          </a:prstGeom>
        </p:spPr>
      </p:pic>
      <p:pic>
        <p:nvPicPr>
          <p:cNvPr id="48" name="Picture 4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29788D2-88B8-FBA2-4350-CD9E6F161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41294" y="6348604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4B7E3C65-1DB9-BCB2-5302-2E486500E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50668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C432FA8-CECD-E140-B2DA-BA2FC1DF5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67368" y="6266198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D35A6842-AF30-7D53-D1FF-7E2ED8BCC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172" y="4819950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8512920-9F2D-4E7C-0C43-DEC19AF41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53" name="Picture 5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A08713F-862D-D502-0407-788893E74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47150" y="5460642"/>
            <a:ext cx="347663" cy="347663"/>
          </a:xfrm>
          <a:prstGeom prst="rect">
            <a:avLst/>
          </a:prstGeom>
        </p:spPr>
      </p:pic>
      <p:pic>
        <p:nvPicPr>
          <p:cNvPr id="54" name="Picture 5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6C4E558-38A7-5E78-6F73-2574B8E6F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92001" y="5460642"/>
            <a:ext cx="347663" cy="347663"/>
          </a:xfrm>
          <a:prstGeom prst="rect">
            <a:avLst/>
          </a:prstGeom>
        </p:spPr>
      </p:pic>
      <p:pic>
        <p:nvPicPr>
          <p:cNvPr id="55" name="Picture 5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A3030FB-6EA1-329B-1AFF-9AE6368D4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81300" y="5460642"/>
            <a:ext cx="347663" cy="347663"/>
          </a:xfrm>
          <a:prstGeom prst="rect">
            <a:avLst/>
          </a:prstGeom>
        </p:spPr>
      </p:pic>
      <p:pic>
        <p:nvPicPr>
          <p:cNvPr id="56" name="Picture 5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FBE8664-0604-339E-403F-7FF5A830C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70600" y="5460642"/>
            <a:ext cx="347663" cy="347663"/>
          </a:xfrm>
          <a:prstGeom prst="rect">
            <a:avLst/>
          </a:prstGeom>
        </p:spPr>
      </p:pic>
      <p:pic>
        <p:nvPicPr>
          <p:cNvPr id="57" name="Picture 5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21FAC2F-DDDB-0FF6-71C2-4A45D626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59901" y="5460642"/>
            <a:ext cx="347663" cy="3476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9BBD991-EAD2-30E6-3EC5-6D1FDBD0AC9F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272128E4-BD82-C197-105C-F9C9373775AE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EEDF62F9-1373-7065-F679-CDD87D50C10D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3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2C47-D5DA-DC24-6CF8-DC819584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A71BF33-9596-E8C6-FD90-87DD851C5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EA06DC4-EA50-C27C-E1C4-7EA401C02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4F4A44C-73FF-4BFA-A917-AE4EDB620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496B0D7-0210-878B-6FD9-C4810F88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AB0E201-8D56-0A16-B5FF-BDD6D9E0A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C66356D-2BBD-107D-571D-29C02261A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3F9ED79-1513-82CD-90CE-1B2997B6F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415E06A-A5C2-07DE-0DB7-1F49115A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35AEAB8-E83E-AF53-1F0A-01D1B27FA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8E20EA3-A4F3-29CB-0389-07BE6D106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96DDDBF-5F67-C507-227F-716486A75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B56879C-9EFE-553F-9E0F-4CCB9F3D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09B7ACD-844B-DF8C-426C-4696E77F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4560D6D-9110-52E1-C64D-A5F58BC2C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F3EFA5D-EEE3-F982-9AB4-C825FC8C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E7BD0C7-7159-886D-6D83-AC285B49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9E0E78E-AA06-139C-07AE-9A6B368BD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907030C-33D9-2726-D066-12732788D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0F42466-7240-8861-A3EC-F7B6E0846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07ECA22-E351-F2F8-45F7-EC71DB07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A945ACD-BA97-7361-B28C-DFBC05E7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80B76A4-B346-F6E6-037D-2C0871B25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27E5CA3-02C7-0C84-265A-EB58169B4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23960EC-CEFE-0B62-F58A-F94BABDED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83F5D1E-D218-EFE7-DAB3-B671A879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E34E2D5-760D-8827-855B-880E4B006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52312" y="6348604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9374906-C587-4945-BA03-B553ADA8E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76242DF-0450-E5EB-EBEE-89B762715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69325" y="4753263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629A670-CC4C-051E-7F1F-28140557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660581" y="6390603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FBC81C6-C1CE-5F2F-3555-0B5A77216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753890" y="477952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65CDC35-8A1B-91BD-CAE9-8E32E35E4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611105" y="635917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FF879C7-128F-EA3B-F042-03B6D8201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ACF4B62-0191-66C0-F86F-C615E0AB1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133F252-2250-B06E-5868-C542B62ED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C209B1A-230A-8DD0-4345-4FDFB67DC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62E7290-D3F0-36EF-1D3D-4ED79902A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FE88F98-448A-6D34-F041-8F6EB99CC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410BF31-DF84-FEE2-2AE5-2BB0628BF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283488" y="4741747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F3F4526-5223-2857-72A7-A6C82D930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13240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B7BBF6D-3932-9ADB-CD36-C6F873D1C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120916" y="4779527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916AF3E-5A0C-8345-B542-B3C7E2FB4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50668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46D3409-B036-0649-71B8-FCE996825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67368" y="6266198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03A6821-3FD0-B117-7EE5-76E1AD4D7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172" y="4819950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39841AD-6B82-9712-8D2F-969FEE09E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FDF8C24-B28F-A52B-6F40-66DF56E14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C88BD8A-33A1-98F4-3C92-D132D3370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D356E39-607F-A447-7B23-C53587A44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B120900-CD70-C71C-07CD-93A4960E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54" name="Picture 53" descr="A yellow arrow pointing up&#10;&#10;AI-generated content may be incorrect.">
            <a:extLst>
              <a:ext uri="{FF2B5EF4-FFF2-40B4-BE49-F238E27FC236}">
                <a16:creationId xmlns:a16="http://schemas.microsoft.com/office/drawing/2014/main" id="{722D188C-C2FA-40B3-49D6-4FC18E92AD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628756" y="5464789"/>
            <a:ext cx="347663" cy="347663"/>
          </a:xfrm>
          <a:prstGeom prst="rect">
            <a:avLst/>
          </a:prstGeom>
        </p:spPr>
      </p:pic>
      <p:pic>
        <p:nvPicPr>
          <p:cNvPr id="55" name="Picture 5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F926606-190D-1E12-86C0-07EBE7468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41294" y="6348604"/>
            <a:ext cx="1637340" cy="163734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7596D83-4ED3-680E-BC38-A68453998268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B1B4DE1D-FBBC-5829-00D6-12D437CE2800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Google Shape;140;p14">
            <a:extLst>
              <a:ext uri="{FF2B5EF4-FFF2-40B4-BE49-F238E27FC236}">
                <a16:creationId xmlns:a16="http://schemas.microsoft.com/office/drawing/2014/main" id="{FFB6C7D1-BB72-CB42-44B1-15CC02E637CA}"/>
              </a:ext>
            </a:extLst>
          </p:cNvPr>
          <p:cNvSpPr txBox="1"/>
          <p:nvPr/>
        </p:nvSpPr>
        <p:spPr>
          <a:xfrm>
            <a:off x="4502592" y="1532837"/>
            <a:ext cx="82959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Freeform 6">
            <a:extLst>
              <a:ext uri="{FF2B5EF4-FFF2-40B4-BE49-F238E27FC236}">
                <a16:creationId xmlns:a16="http://schemas.microsoft.com/office/drawing/2014/main" id="{A09EFF62-3A7C-096D-E2FD-B7D137D35A16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8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5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F70DB-047B-B051-09E7-119B8DEC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F30E279-B37E-1F68-0806-A41AA797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2EA2AFF-01CD-A7E1-EE94-A5795AB68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2F8ABA8-9FC1-4202-D937-5283661B8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DF33D59-AB7A-1A5A-37F1-57FA409C3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0166EC6-E4E4-9D86-1844-18F36061A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C30593A-D97A-1FC6-64C4-FD14479DA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C7CBF15-0B4A-D01D-BD67-A0793E9A6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8740916-E1A3-A138-D6A3-3B6F3EEC2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A178F15-51ED-66C4-1210-EBD50DF10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C768385-7F0E-C396-2186-ECDAD5F22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A6387A5-B5EA-9DF2-9A53-0D52A44FC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6BF90E5-29A6-FBBF-2512-A98D742E9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93B35EB-1E50-2741-E6D1-8CAE0765E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360E2B3-A91B-3CA3-7359-25A69FB8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F52D6CE-900F-8A3D-083C-CEA32D34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4C51EBB-2FE4-32F3-A6DF-68FC6326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7846A31-FB33-4F9A-C48E-B84882B05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AC6F7EB-86A1-CA6D-00D9-7DE49AEE9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89B982A-4B52-C143-C9F8-C7442F7E8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4D15009-DA04-DA84-4308-48D9CB435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23FEE5F-1CB0-255D-6F25-6ADA9296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FF772C3-82F0-D47D-7B5A-741D67F0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5168B68-F8B1-8A81-AE0B-0EC5A34F3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32B33C0-68FA-0FA1-60E3-20D1249A6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5FC8744-E2C5-BC62-A507-50AAC218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DD500EF-F7F7-8AE4-3FFC-C108052FF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B3419F7A-46C5-63F4-82F8-8DB322F82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F86A0B3-7362-3F42-ACA8-FAEB33F9C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662745" y="4741747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85B70AC-E9EC-1899-166E-89BF63CA8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915077" y="6390603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67C7486-65D6-0C2C-F04C-68C77D839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553727" y="477952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0A1A2A5-CC67-26CE-89D9-365F8611A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865601" y="635917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A9C21DF-5A81-792B-3301-C5EA5AA8B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834AC61-7E91-1133-2EC4-B89C9C982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D155884-8760-0B35-BF95-88EB39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D093E1F2-0334-44F7-AE1B-ACE93CAAE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1B54477-B8C8-CCC7-03F7-39C30FDA1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CE7DBA0-0053-C222-3ECF-541673EB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D908A31D-9EEE-7286-BDB7-E6F3E4DD9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405463" y="4804935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B42E885-6531-F26C-68B5-13DA77105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0B486C5-33D5-FEB1-31E4-3957E7E2F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405463" y="4779527"/>
            <a:ext cx="1637340" cy="1637340"/>
          </a:xfrm>
          <a:prstGeom prst="rect">
            <a:avLst/>
          </a:prstGeom>
        </p:spPr>
      </p:pic>
      <p:pic>
        <p:nvPicPr>
          <p:cNvPr id="48" name="Picture 4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5CCA7AC-BFC1-4CC7-A03B-5805608C3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38CB586-F840-A9CE-390B-EE433C2BC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426863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F898CCC-A63A-9574-B97B-AB15FBC62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8F98520-7C35-7334-463F-772ADE72E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20921" y="4819950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E22E802-1DE4-8559-61D6-F489125DF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C1B467D-B122-CDEF-AD9F-EEB9528AD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01E7825-25B5-B90A-18B5-7E7F4F82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0627A50-D116-DD0F-F86F-A22F2CE0B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5EE1B66-B180-EDAC-80F2-BCD1E428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53" name="Picture 52" descr="A yellow arrow pointing up&#10;&#10;AI-generated content may be incorrect.">
            <a:extLst>
              <a:ext uri="{FF2B5EF4-FFF2-40B4-BE49-F238E27FC236}">
                <a16:creationId xmlns:a16="http://schemas.microsoft.com/office/drawing/2014/main" id="{B035DDF4-9A7C-18CA-F409-34EAD0A273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2628756" y="5464789"/>
            <a:ext cx="347663" cy="3476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D296FDA-B212-0A85-9D0D-2A6C1BB58DB8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88BC0781-5F37-AE63-DE74-461D41B20FEE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Google Shape;140;p14">
            <a:extLst>
              <a:ext uri="{FF2B5EF4-FFF2-40B4-BE49-F238E27FC236}">
                <a16:creationId xmlns:a16="http://schemas.microsoft.com/office/drawing/2014/main" id="{DD40CD67-92C5-97DD-03EB-B59701B327EB}"/>
              </a:ext>
            </a:extLst>
          </p:cNvPr>
          <p:cNvSpPr txBox="1"/>
          <p:nvPr/>
        </p:nvSpPr>
        <p:spPr>
          <a:xfrm>
            <a:off x="4502592" y="1532837"/>
            <a:ext cx="82959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Freeform 6">
            <a:extLst>
              <a:ext uri="{FF2B5EF4-FFF2-40B4-BE49-F238E27FC236}">
                <a16:creationId xmlns:a16="http://schemas.microsoft.com/office/drawing/2014/main" id="{27731DAC-2CB9-4F75-8137-FF040FCC4501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8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BD7F-4749-20FC-6211-B9558717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048D100-31BC-459D-E77B-60702326D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63469EE-541D-5CA7-CAFE-CDCC76B4C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71FD634-C161-3E38-BEEB-4DFB81428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B5F8383-ACDB-FF2F-9789-2D2DEF5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0C49703-2D2A-EDC0-649A-9F3CFAFAD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E75DBD8-59FC-0349-9CCE-83A27D25E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A331173-985F-E129-532E-7E8686C1F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E0652BE-9AC7-95F3-21B7-6BC081DE3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3D74E9A-43CE-AB47-B669-D8C99083F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72AAA14-FDBF-D0AF-6AFE-1A818EFA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04E1360-32C5-947D-C31B-B06215DA2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EE3AE89-E01D-4E12-CEE0-683DF1157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F513F57-4E63-4261-3B14-3EE9D75DB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77DA415-6747-7592-F228-F7DA5D6DB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60E6506-70C6-7BD1-02C7-2EA725E12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AE8EF74-C768-6E91-6998-FC6AE2742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5339FD6-0EEB-2DBC-8440-94314302C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B0255E5-D0FC-71C2-EA79-F09877FBE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E462C04-E004-6F77-0568-DCFA59634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79C5E73-CAD8-9C48-6D3C-BD444BA7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30FE9F4-B509-C9D7-1AC0-5EEEBF494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337545E-676D-9133-7E4E-F7FF7C9B7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8B57EA4-F5A6-F162-6741-49BFAE5C6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8925640-4B57-9A55-CF46-3F105BEC9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F5F9711-AECC-1EE3-1EE9-E71BE764D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1" name="Picture 4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50C84A9-C469-D12C-07AE-CF6CCA1E8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046971B-64B1-B7B9-A4A7-7F57B01B5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80A3129-1585-6DE9-3510-EB6B4B684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662745" y="4741747"/>
            <a:ext cx="1637340" cy="1637340"/>
          </a:xfrm>
          <a:prstGeom prst="rect">
            <a:avLst/>
          </a:prstGeom>
        </p:spPr>
      </p:pic>
      <p:pic>
        <p:nvPicPr>
          <p:cNvPr id="9" name="Picture 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7DDC4B0-1B99-7106-459E-E46010DD8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915077" y="6390603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94A3849-1540-CD45-0503-014CE9490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553727" y="4779527"/>
            <a:ext cx="1637340" cy="1637340"/>
          </a:xfrm>
          <a:prstGeom prst="rect">
            <a:avLst/>
          </a:prstGeom>
        </p:spPr>
      </p:pic>
      <p:pic>
        <p:nvPicPr>
          <p:cNvPr id="11" name="Picture 1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DC2FD3E-6B2D-4CC2-96EB-40BD8073C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2865601" y="6359177"/>
            <a:ext cx="1637340" cy="163734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A56FFE9-5567-6E8D-8689-CB780BC6C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33C5FF2-C763-DBDE-1109-0AB579D1A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2E0DAA4-C339-0F6B-778B-C646850F1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7DB9601-66FD-20E3-E43B-9B7721921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9FD414F-F523-2D3E-0217-AA6F1132C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24046C6-EEFB-A2B6-E7BF-D71628557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D9D65579-BCC6-28D8-B473-151F68177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405463" y="4804935"/>
            <a:ext cx="1637340" cy="1637340"/>
          </a:xfrm>
          <a:prstGeom prst="rect">
            <a:avLst/>
          </a:prstGeom>
        </p:spPr>
      </p:pic>
      <p:pic>
        <p:nvPicPr>
          <p:cNvPr id="45" name="Picture 4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6EE08DA-4793-E6F8-8DB4-1E6A1508F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2423DC1-42FE-0181-7D49-081AEB3D6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405463" y="4779527"/>
            <a:ext cx="1637340" cy="1637340"/>
          </a:xfrm>
          <a:prstGeom prst="rect">
            <a:avLst/>
          </a:prstGeom>
        </p:spPr>
      </p:pic>
      <p:pic>
        <p:nvPicPr>
          <p:cNvPr id="48" name="Picture 4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949E706-5204-9A9F-46D6-B3DA5F4A3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A336087-343F-E001-6ECE-DC6644ED5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426863" y="4819950"/>
            <a:ext cx="1637340" cy="1637340"/>
          </a:xfrm>
          <a:prstGeom prst="rect">
            <a:avLst/>
          </a:prstGeom>
        </p:spPr>
      </p:pic>
      <p:pic>
        <p:nvPicPr>
          <p:cNvPr id="50" name="Picture 4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FDF856A-D07B-ABE1-150B-E5FDFBBF2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51" name="Picture 5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48B0C536-5B44-3209-CCA2-117EFBB52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pic>
        <p:nvPicPr>
          <p:cNvPr id="52" name="Picture 5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63FC4E6-BD35-50B0-CA42-6FBCC345B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3601381" y="6216772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FB9F2D4-1EA5-8315-4729-76C5FFB02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094C071-B161-339C-849A-93D3A11EA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094B4FB-3CF4-B5D6-9DE5-60AA1829B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A215B14-6FD3-9795-CC3B-B82D6799D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AB7131B-8C1C-10B7-AD06-0DDEEA85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4746D085-96F9-B8C3-9D22-003A9710BAD6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932C86F2-9E81-9F81-24C9-603E9E2CFC79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6" name="Google Shape;140;p14">
            <a:extLst>
              <a:ext uri="{FF2B5EF4-FFF2-40B4-BE49-F238E27FC236}">
                <a16:creationId xmlns:a16="http://schemas.microsoft.com/office/drawing/2014/main" id="{E0C8E786-465F-06F1-2706-7AFDCDA7530A}"/>
              </a:ext>
            </a:extLst>
          </p:cNvPr>
          <p:cNvSpPr txBox="1"/>
          <p:nvPr/>
        </p:nvSpPr>
        <p:spPr>
          <a:xfrm>
            <a:off x="4502592" y="1532837"/>
            <a:ext cx="82959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1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Freeform 6">
            <a:extLst>
              <a:ext uri="{FF2B5EF4-FFF2-40B4-BE49-F238E27FC236}">
                <a16:creationId xmlns:a16="http://schemas.microsoft.com/office/drawing/2014/main" id="{960EDCD0-5AF5-B6B7-E6FC-C515314A14D2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57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DEFA-2C97-C2DD-AAF1-824542A3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A97050DA-689E-4E37-889F-AB45722CC9DE}"/>
              </a:ext>
            </a:extLst>
          </p:cNvPr>
          <p:cNvSpPr/>
          <p:nvPr/>
        </p:nvSpPr>
        <p:spPr>
          <a:xfrm>
            <a:off x="1011382" y="3348139"/>
            <a:ext cx="18348893" cy="8229600"/>
          </a:xfrm>
          <a:custGeom>
            <a:avLst/>
            <a:gdLst/>
            <a:ahLst/>
            <a:cxnLst/>
            <a:rect l="l" t="t" r="r" b="b"/>
            <a:pathLst>
              <a:path w="18348893" h="8229600">
                <a:moveTo>
                  <a:pt x="0" y="0"/>
                </a:moveTo>
                <a:lnTo>
                  <a:pt x="18348893" y="0"/>
                </a:lnTo>
                <a:lnTo>
                  <a:pt x="18348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21998" b="-219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202F9139-12A1-FACA-687F-79D940CDE99B}"/>
              </a:ext>
            </a:extLst>
          </p:cNvPr>
          <p:cNvSpPr txBox="1"/>
          <p:nvPr/>
        </p:nvSpPr>
        <p:spPr>
          <a:xfrm>
            <a:off x="4192102" y="2225921"/>
            <a:ext cx="9903795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100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100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3" name="Google Shape;141;p14">
            <a:extLst>
              <a:ext uri="{FF2B5EF4-FFF2-40B4-BE49-F238E27FC236}">
                <a16:creationId xmlns:a16="http://schemas.microsoft.com/office/drawing/2014/main" id="{584113A1-E5F1-3855-C15E-AFAA20742FAB}"/>
              </a:ext>
            </a:extLst>
          </p:cNvPr>
          <p:cNvSpPr txBox="1"/>
          <p:nvPr/>
        </p:nvSpPr>
        <p:spPr>
          <a:xfrm>
            <a:off x="2746717" y="4121538"/>
            <a:ext cx="14584374" cy="10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en-US" sz="4400" b="1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Temporizator</a:t>
            </a:r>
            <a:r>
              <a:rPr lang="en-US" sz="4400" b="1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4400" b="1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durata</a:t>
            </a:r>
            <a:r>
              <a:rPr lang="en-US" sz="4400" b="1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fixa</a:t>
            </a:r>
            <a:endParaRPr lang="en-US" sz="4400" b="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FEEF497B-6B39-6E63-54EE-D65479412916}"/>
              </a:ext>
            </a:extLst>
          </p:cNvPr>
          <p:cNvSpPr txBox="1"/>
          <p:nvPr/>
        </p:nvSpPr>
        <p:spPr>
          <a:xfrm>
            <a:off x="3353446" y="5061968"/>
            <a:ext cx="1303760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Închiderea</a:t>
            </a:r>
            <a:r>
              <a:rPr lang="en-US" sz="30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se face automat, </a:t>
            </a:r>
            <a:r>
              <a:rPr lang="en-US" sz="30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după</a:t>
            </a:r>
            <a:r>
              <a:rPr lang="en-US" sz="30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un interval de </a:t>
            </a:r>
            <a:r>
              <a:rPr lang="en-US" sz="30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timp</a:t>
            </a:r>
            <a:r>
              <a:rPr lang="en-US" sz="30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prestabilit</a:t>
            </a:r>
            <a:endParaRPr lang="en-US" sz="3000" b="1" spc="15" dirty="0">
              <a:solidFill>
                <a:srgbClr val="FCC3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61466B37-5865-6751-B16E-74A78F2275B5}"/>
              </a:ext>
            </a:extLst>
          </p:cNvPr>
          <p:cNvSpPr txBox="1"/>
          <p:nvPr/>
        </p:nvSpPr>
        <p:spPr>
          <a:xfrm>
            <a:off x="3353727" y="6684726"/>
            <a:ext cx="12577453" cy="42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5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Închiderea</a:t>
            </a:r>
            <a:r>
              <a:rPr lang="en-US" sz="35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en-US" sz="35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deschiderea</a:t>
            </a:r>
            <a:r>
              <a:rPr lang="en-US" sz="35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se face </a:t>
            </a:r>
            <a:r>
              <a:rPr lang="en-US" sz="35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dinamic</a:t>
            </a:r>
            <a:endParaRPr lang="en-US" sz="3500" b="1" spc="15" dirty="0">
              <a:solidFill>
                <a:srgbClr val="FCC3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2E3A4703-3A5F-DFC4-9956-93103EE02E8C}"/>
              </a:ext>
            </a:extLst>
          </p:cNvPr>
          <p:cNvSpPr txBox="1"/>
          <p:nvPr/>
        </p:nvSpPr>
        <p:spPr>
          <a:xfrm>
            <a:off x="3353727" y="8259493"/>
            <a:ext cx="604244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Monitorizare</a:t>
            </a:r>
            <a:r>
              <a:rPr lang="en-US" sz="30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video </a:t>
            </a:r>
            <a:r>
              <a:rPr lang="en-US" sz="3000" b="1" spc="15" dirty="0" err="1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trafic</a:t>
            </a:r>
            <a:endParaRPr lang="en-US" sz="3000" b="1" spc="15" dirty="0">
              <a:solidFill>
                <a:srgbClr val="FCC3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93DE3C27-C09C-B9A0-B812-4B2008C09450}"/>
              </a:ext>
            </a:extLst>
          </p:cNvPr>
          <p:cNvSpPr/>
          <p:nvPr/>
        </p:nvSpPr>
        <p:spPr>
          <a:xfrm>
            <a:off x="1659087" y="4351376"/>
            <a:ext cx="1087630" cy="1021962"/>
          </a:xfrm>
          <a:custGeom>
            <a:avLst/>
            <a:gdLst/>
            <a:ahLst/>
            <a:cxnLst/>
            <a:rect l="l" t="t" r="r" b="b"/>
            <a:pathLst>
              <a:path w="1087630" h="1021962">
                <a:moveTo>
                  <a:pt x="0" y="0"/>
                </a:moveTo>
                <a:lnTo>
                  <a:pt x="1087630" y="0"/>
                </a:lnTo>
                <a:lnTo>
                  <a:pt x="1087630" y="1021962"/>
                </a:lnTo>
                <a:lnTo>
                  <a:pt x="0" y="1021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4BA48743-C5B8-7A3F-D2F2-52CD3DAEF2C1}"/>
              </a:ext>
            </a:extLst>
          </p:cNvPr>
          <p:cNvSpPr/>
          <p:nvPr/>
        </p:nvSpPr>
        <p:spPr>
          <a:xfrm>
            <a:off x="1760792" y="5958395"/>
            <a:ext cx="978742" cy="944486"/>
          </a:xfrm>
          <a:custGeom>
            <a:avLst/>
            <a:gdLst/>
            <a:ahLst/>
            <a:cxnLst/>
            <a:rect l="l" t="t" r="r" b="b"/>
            <a:pathLst>
              <a:path w="978742" h="944486">
                <a:moveTo>
                  <a:pt x="0" y="0"/>
                </a:moveTo>
                <a:lnTo>
                  <a:pt x="978741" y="0"/>
                </a:lnTo>
                <a:lnTo>
                  <a:pt x="978741" y="944486"/>
                </a:lnTo>
                <a:lnTo>
                  <a:pt x="0" y="944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8FB46723-787F-A9F2-6202-7BCF4BB6EA87}"/>
              </a:ext>
            </a:extLst>
          </p:cNvPr>
          <p:cNvSpPr/>
          <p:nvPr/>
        </p:nvSpPr>
        <p:spPr>
          <a:xfrm>
            <a:off x="1659087" y="7572696"/>
            <a:ext cx="1087630" cy="838464"/>
          </a:xfrm>
          <a:custGeom>
            <a:avLst/>
            <a:gdLst/>
            <a:ahLst/>
            <a:cxnLst/>
            <a:rect l="l" t="t" r="r" b="b"/>
            <a:pathLst>
              <a:path w="1087630" h="838464">
                <a:moveTo>
                  <a:pt x="0" y="0"/>
                </a:moveTo>
                <a:lnTo>
                  <a:pt x="1087631" y="0"/>
                </a:lnTo>
                <a:lnTo>
                  <a:pt x="1087631" y="838464"/>
                </a:lnTo>
                <a:lnTo>
                  <a:pt x="0" y="8384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856695E1-CC84-C113-7741-3AA6C97809E9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C0047CC-EE5B-0670-D77F-ADF4E7EA36D1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Google Shape;141;p14">
            <a:extLst>
              <a:ext uri="{FF2B5EF4-FFF2-40B4-BE49-F238E27FC236}">
                <a16:creationId xmlns:a16="http://schemas.microsoft.com/office/drawing/2014/main" id="{584113A1-E5F1-3855-C15E-AFAA20742FAB}"/>
              </a:ext>
            </a:extLst>
          </p:cNvPr>
          <p:cNvSpPr txBox="1"/>
          <p:nvPr/>
        </p:nvSpPr>
        <p:spPr>
          <a:xfrm>
            <a:off x="2746717" y="7386335"/>
            <a:ext cx="14584374" cy="92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CCTV</a:t>
            </a:r>
            <a:endParaRPr lang="ro-RO" sz="4400" b="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1;p14">
            <a:extLst>
              <a:ext uri="{FF2B5EF4-FFF2-40B4-BE49-F238E27FC236}">
                <a16:creationId xmlns:a16="http://schemas.microsoft.com/office/drawing/2014/main" id="{584113A1-E5F1-3855-C15E-AFAA20742FAB}"/>
              </a:ext>
            </a:extLst>
          </p:cNvPr>
          <p:cNvSpPr txBox="1"/>
          <p:nvPr/>
        </p:nvSpPr>
        <p:spPr>
          <a:xfrm>
            <a:off x="2739534" y="5563371"/>
            <a:ext cx="14584374" cy="10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Senzori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traffic</a:t>
            </a:r>
            <a:endParaRPr lang="ro-RO" sz="4400" b="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66100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3" grpId="0"/>
      <p:bldP spid="4" grpId="0"/>
      <p:bldP spid="5" grpId="0"/>
      <p:bldP spid="6" grpId="0" animBg="1"/>
      <p:bldP spid="7" grpId="0" animBg="1"/>
      <p:bldP spid="8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475C-0E13-A491-8FD0-0042FF10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C9070CD-BEAE-CD5C-A76A-43335A2A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F0CF702-D694-2232-781F-C4B053D7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841EAD9-9E6D-83D2-BD37-F052FFE0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2039B05-A14E-D234-B772-1D07DA570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BB70895-B280-C355-CAE0-99073D4A0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02CDD74-4E21-A799-8757-072772AD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023B602-1E61-EF64-4F41-D702A9B1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9227029-73D0-83F3-4931-7388DDC1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5414566-717A-348F-8D5C-0CDDA5934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C29313D-6BFC-7F82-FF88-47C3947B7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24CEA69-F0FD-CFA4-4BE7-8A8C5A0C4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786BFFF-2CE9-7E17-1666-E7CEF7FEB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1018556-6521-BDC9-1CBC-811F77539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E3DED89-8D77-D4EA-65C3-5794F086B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F05D4D1-C783-1725-A4E7-370EA140C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75EB937-2D71-18F5-B1EE-16F099D8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B84D693-F794-502D-07B8-D8C6E31E8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FAEB176-542E-D51D-7A0D-2F39D9A02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5AFA03C-E811-0F89-2C75-DDDEAD9D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370BD05-6D2F-87FD-8447-F9E0028B6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64F3246-5226-7358-29E3-0E769C71A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4312296-4B39-ABBE-2EA7-635B6AAD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26413C5-AC67-CE3B-5D98-E71423B5D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27B8AE4-8075-CA6A-1B41-F02164B29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57E1E1C-B475-5BAE-FB82-1DE0F5CD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E9CF5F2-4983-4657-B872-62059FF32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66A0482-F58F-05DA-74C8-191479BB1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9268438-9FE4-EABB-B932-97EDF2747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63AEFD0-B4D3-C879-8625-58A7FF380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F8AC44B-0D2E-3E37-BE22-F59D39601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31842A0-8AA7-CC17-E46B-CA6F4049E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6859626-A229-3F15-6147-95F231F19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B33BEE5-F93F-1FBE-63D0-D06E4C9FB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BBADC56-7EC1-7A1E-5A33-D86D4804F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5FBED42-4EBD-9B42-F5BC-B88CF2E3E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B386A1F-BFDF-A03C-6A38-2FADA8EC5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A2C3A6E-FD53-9452-8C48-148659CD2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53" name="Picture 5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5E6A8D3-1AB6-0842-15FE-441E29BAB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54" name="Picture 5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0399E89-C6B1-072E-7D0C-803F64A8C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55" name="Picture 54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C786272-92C1-FEED-CB04-74C6A7BF7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56" name="Picture 55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B464AE3-E32B-E72A-684C-D5433B5195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57" name="Picture 5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43E73F6-D49A-48F9-E6E4-3AD25C850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442573-78D5-C9FA-A9A6-CCC6D6A0B8E4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CAA37651-9AD7-D689-7C72-FDAF217BDFBD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Google Shape;140;p14">
            <a:extLst>
              <a:ext uri="{FF2B5EF4-FFF2-40B4-BE49-F238E27FC236}">
                <a16:creationId xmlns:a16="http://schemas.microsoft.com/office/drawing/2014/main" id="{FB2CDE78-625B-9AE8-F3FD-910D03AED840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52D04736-7A4B-DA7D-D0D3-1C1E9ADE8C64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B579-B0B7-FCAE-CC13-6A2DFA93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9AC85BD-124B-C6A8-7FC5-F5C70003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7C7710F-8250-414D-D4DB-9D88E2130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FABDA78-66F8-3E50-A0CE-F7039473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7891C2E-B815-8F2F-338D-0A9606B1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AC43D07-7A09-76C5-ECCC-5051879F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70BBF5E-1039-3015-FA51-19268014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ABACEBD-DDBD-0241-AC05-1326B0DE5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F8731CE-1461-8F56-8351-8EABDF18A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9021FF4-2D29-484A-71D1-8186DC238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6254524-3EE0-0BDB-A573-04EEEA481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68565F6-ECAE-F7ED-D268-34C5FB34F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33B9182-F8F0-F8D4-FC4B-8F231DFB6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9421A89-FE8C-E2D7-8635-B68671F7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B1B0A48-DCDF-A9B5-5D4B-0B750EA46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EA8A349-EDA8-05E0-F1D3-B0F59851D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A91ECC3-B7EE-4CBD-3383-F019DE1B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6DEA48B-0127-FCA0-F846-CABA4ADC6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F7B810E-7F03-6009-E8A0-E76C54821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3E587C7-6DD5-E9A0-FCCF-387A86582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ADD58EC-DFDD-F549-1EF2-0339DFE8A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473041C-F835-7186-B080-DF7DEF1F3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814025" y="3489573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43BFE51-0872-875E-EF12-50653930B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986931" y="3489573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A41B949-D09A-CFE5-300E-4042E6FF0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39082" y="3489573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5E1E869-42BB-2E52-73F0-247FA24EA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091233" y="3489573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ED77324-CD59-4856-4827-DD5F1A70C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12A1A70-08D5-837F-B3D8-CB0F62990D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3572B53-2CC5-FA45-2893-B28042C9B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136AD4C-DC2A-F9D8-42D1-254B925F3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51DC99E-ECD8-009B-1030-D039F3ED7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C1CB54E-AC2E-398C-FDEA-E686A6EE9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2C8E4BB-50F7-7EEA-D6E8-FA13DA482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B3A3C68-7F3E-C204-E638-7DFD51A08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3" name="Picture 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0A85E04-BE2F-877B-818E-C8C16C95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5" y="5477470"/>
            <a:ext cx="347663" cy="347663"/>
          </a:xfrm>
          <a:prstGeom prst="rect">
            <a:avLst/>
          </a:prstGeom>
        </p:spPr>
      </p:pic>
      <p:pic>
        <p:nvPicPr>
          <p:cNvPr id="10" name="Picture 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95BB134-B7C1-CA67-D5A7-07102E913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5" y="5477469"/>
            <a:ext cx="347663" cy="347663"/>
          </a:xfrm>
          <a:prstGeom prst="rect">
            <a:avLst/>
          </a:prstGeom>
        </p:spPr>
      </p:pic>
      <p:pic>
        <p:nvPicPr>
          <p:cNvPr id="44" name="Picture 4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9417D45-8285-6018-2343-560911E17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5" y="5477468"/>
            <a:ext cx="347663" cy="347663"/>
          </a:xfrm>
          <a:prstGeom prst="rect">
            <a:avLst/>
          </a:prstGeom>
        </p:spPr>
      </p:pic>
      <p:pic>
        <p:nvPicPr>
          <p:cNvPr id="47" name="Picture 4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B6AF13F-F7DD-A1F3-A708-85CD5AFF8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5" y="5477467"/>
            <a:ext cx="347663" cy="347663"/>
          </a:xfrm>
          <a:prstGeom prst="rect">
            <a:avLst/>
          </a:prstGeom>
        </p:spPr>
      </p:pic>
      <p:pic>
        <p:nvPicPr>
          <p:cNvPr id="49" name="Picture 48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F13C138-717C-61F4-A431-D9AA6CA67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5" y="5477466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FC7075B-2AF6-17D9-B385-8705C77AB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025369" y="3464162"/>
            <a:ext cx="1231500" cy="1231500"/>
          </a:xfrm>
          <a:prstGeom prst="rect">
            <a:avLst/>
          </a:prstGeom>
        </p:spPr>
      </p:pic>
      <p:pic>
        <p:nvPicPr>
          <p:cNvPr id="52" name="Picture 5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4E21050-1DDE-02E3-83E3-97C68283E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045234" y="4940071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8EFCD36-0E92-2C8F-D957-832B4B02C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412820" y="3464162"/>
            <a:ext cx="1231500" cy="1231500"/>
          </a:xfrm>
          <a:prstGeom prst="rect">
            <a:avLst/>
          </a:prstGeom>
        </p:spPr>
      </p:pic>
      <p:pic>
        <p:nvPicPr>
          <p:cNvPr id="54" name="Picture 53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F089B8C-D571-950B-B3A9-6D138200A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432685" y="4940071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FA4B53E-1CDB-F36B-2973-8D04B2F17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00271" y="3464162"/>
            <a:ext cx="1231500" cy="1231500"/>
          </a:xfrm>
          <a:prstGeom prst="rect">
            <a:avLst/>
          </a:prstGeom>
        </p:spPr>
      </p:pic>
      <p:pic>
        <p:nvPicPr>
          <p:cNvPr id="56" name="Picture 5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B78B3BE4-0939-645D-436D-0D7CD2B5D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20136" y="4940071"/>
            <a:ext cx="1231500" cy="1231500"/>
          </a:xfrm>
          <a:prstGeom prst="rect">
            <a:avLst/>
          </a:prstGeom>
        </p:spPr>
      </p:pic>
      <p:pic>
        <p:nvPicPr>
          <p:cNvPr id="57" name="Picture 56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D4E1AA5-0455-BAD1-5B8D-D57D027E0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0187722" y="3464162"/>
            <a:ext cx="1231500" cy="1231500"/>
          </a:xfrm>
          <a:prstGeom prst="rect">
            <a:avLst/>
          </a:prstGeom>
        </p:spPr>
      </p:pic>
      <p:pic>
        <p:nvPicPr>
          <p:cNvPr id="58" name="Picture 5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0906D3B-5D39-FFBF-BE45-9A0C610DC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0207587" y="4940071"/>
            <a:ext cx="1231500" cy="1231500"/>
          </a:xfrm>
          <a:prstGeom prst="rect">
            <a:avLst/>
          </a:prstGeom>
        </p:spPr>
      </p:pic>
      <p:pic>
        <p:nvPicPr>
          <p:cNvPr id="59" name="Picture 5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6CBC143-9580-B878-9C19-80F5E24F41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60" name="Picture 5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E72AD21-A939-B7F6-5FCF-35D31993C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61" name="Picture 6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1D0315C-3B28-A310-D534-50712D9F4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62" name="Picture 6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36C70A60-4555-4ACC-16D2-945E29FC9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63" name="Picture 6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52C5C69-98FC-D8C0-D2DD-E4598FC83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548338-96E2-FCF1-8A49-F88F48ABCA4A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D2024EB-4D6B-9AAD-E733-36C3C814FC34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Google Shape;140;p14">
            <a:extLst>
              <a:ext uri="{FF2B5EF4-FFF2-40B4-BE49-F238E27FC236}">
                <a16:creationId xmlns:a16="http://schemas.microsoft.com/office/drawing/2014/main" id="{D3C676DB-F1B1-42FC-2B42-81FE0EED0B4F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9FABE23A-2296-51AE-668A-BA470D81EF0A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47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11EE4-2271-B23F-E447-14158D59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C256146-BF1D-0963-9811-A900C7C0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CECF813-31B1-E5DC-AF89-188865C81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86CD08E-60B0-4494-685B-171F2B81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F15C9FE-0DD1-C95D-61B0-22DC022B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74D46E3-966E-DE60-4B8B-8905BBB4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C2E3B81-BD94-3405-84B0-4B43188F1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AC916A2-CBC9-B807-A51F-1F6F0C29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31ADC78-AC63-C69A-E6D9-A6FEB09C6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B2DDB20-86FB-33BD-5E03-F5C1EC243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6D86057-45FA-5213-2352-F8BC8D165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8742A16-7472-89EB-D1B0-EDC25F539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4FEF140-284B-C516-E62A-122D1692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2225F48-5BE2-63F7-1410-5F26723D1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2A24512-E430-6722-4D06-36FFB7582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F198C9E-BF89-12AF-C2DC-AFB047A8D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6C2557F-E7F0-CDBE-F7A2-9E628C52D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A8744BE-B237-F1E6-3D8A-3D36CD038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07618E0-2A11-BD80-4A9A-57037EA7B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F9FBCC7-9A94-C79D-3EE3-05CBF5C1D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DE55849-7E12-CDA7-53F3-032090A1B5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1466B74-7FB1-179E-1FB3-38120C51C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490796" y="4861715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D7FF805F-A39A-4B01-6C5E-2B386A63D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51469" y="3545582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5BC7251-3DC5-5E69-24E4-42940FF2E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048183" y="4893584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813E7CF-2562-F440-72F5-F083F74D0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175418" y="4849039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3352CE5-5D6F-A4B4-EA04-8BE315889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258201" y="3545582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1A8B287-CE97-0B7E-027F-4D4D57150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45234" y="3489573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AE7958A-A23A-AFDD-7E2F-D605519403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26C167E-00DE-6493-72E5-7DD59182F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9E4A354-F4BC-F2F0-05FE-13D16993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4984E6D-4C5E-78A3-84B6-343A37927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32702DF-1A91-85F0-D8FA-ABC700E3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8CF514F-C4AB-3232-16E2-52511768A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3" name="Picture 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8AFD363-79D7-1A7E-0817-70E0677D1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5" y="5477470"/>
            <a:ext cx="347663" cy="347663"/>
          </a:xfrm>
          <a:prstGeom prst="rect">
            <a:avLst/>
          </a:prstGeom>
        </p:spPr>
      </p:pic>
      <p:pic>
        <p:nvPicPr>
          <p:cNvPr id="10" name="Picture 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401A3AC-6D5F-7CF6-2EF4-16D0895A3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5" y="5477469"/>
            <a:ext cx="347663" cy="347663"/>
          </a:xfrm>
          <a:prstGeom prst="rect">
            <a:avLst/>
          </a:prstGeom>
        </p:spPr>
      </p:pic>
      <p:pic>
        <p:nvPicPr>
          <p:cNvPr id="44" name="Picture 4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2CFE637-9E8E-1AA1-592A-70D54CCF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5" y="5477468"/>
            <a:ext cx="347663" cy="347663"/>
          </a:xfrm>
          <a:prstGeom prst="rect">
            <a:avLst/>
          </a:prstGeom>
        </p:spPr>
      </p:pic>
      <p:pic>
        <p:nvPicPr>
          <p:cNvPr id="47" name="Picture 4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098FD9C-1E3D-49D8-069D-E2E79E253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5" y="5477467"/>
            <a:ext cx="347663" cy="347663"/>
          </a:xfrm>
          <a:prstGeom prst="rect">
            <a:avLst/>
          </a:prstGeom>
        </p:spPr>
      </p:pic>
      <p:pic>
        <p:nvPicPr>
          <p:cNvPr id="49" name="Picture 48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E9514A6-4AF8-9807-4A22-16B12E235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5" y="5477466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803232D-3965-219C-FDE0-24C5D2EB0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025369" y="3464162"/>
            <a:ext cx="1231500" cy="1231500"/>
          </a:xfrm>
          <a:prstGeom prst="rect">
            <a:avLst/>
          </a:prstGeom>
        </p:spPr>
      </p:pic>
      <p:pic>
        <p:nvPicPr>
          <p:cNvPr id="52" name="Picture 5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6419A41-E7A3-E024-1B2F-6AFDF772D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045234" y="4940071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10C306C-5CC1-C83D-8020-D238ED109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412820" y="3464162"/>
            <a:ext cx="1231500" cy="1231500"/>
          </a:xfrm>
          <a:prstGeom prst="rect">
            <a:avLst/>
          </a:prstGeom>
        </p:spPr>
      </p:pic>
      <p:pic>
        <p:nvPicPr>
          <p:cNvPr id="54" name="Picture 53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D9EC3BA-4754-36BE-5C90-673DEF9DE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432685" y="4940071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CCB7D01-2D85-42C8-A756-73B057042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00271" y="3464162"/>
            <a:ext cx="1231500" cy="1231500"/>
          </a:xfrm>
          <a:prstGeom prst="rect">
            <a:avLst/>
          </a:prstGeom>
        </p:spPr>
      </p:pic>
      <p:pic>
        <p:nvPicPr>
          <p:cNvPr id="56" name="Picture 5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DD3FE3B-2DF9-1EB7-91FD-F07952518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20136" y="4940071"/>
            <a:ext cx="1231500" cy="1231500"/>
          </a:xfrm>
          <a:prstGeom prst="rect">
            <a:avLst/>
          </a:prstGeom>
        </p:spPr>
      </p:pic>
      <p:pic>
        <p:nvPicPr>
          <p:cNvPr id="57" name="Picture 56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D7081BD0-F0F5-15ED-2700-C23AD523F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0187722" y="3464162"/>
            <a:ext cx="1231500" cy="1231500"/>
          </a:xfrm>
          <a:prstGeom prst="rect">
            <a:avLst/>
          </a:prstGeom>
        </p:spPr>
      </p:pic>
      <p:pic>
        <p:nvPicPr>
          <p:cNvPr id="58" name="Picture 5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FC59EE0-3A9C-DDA5-859D-E203B718B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0207587" y="4940071"/>
            <a:ext cx="1231500" cy="1231500"/>
          </a:xfrm>
          <a:prstGeom prst="rect">
            <a:avLst/>
          </a:prstGeom>
        </p:spPr>
      </p:pic>
      <p:pic>
        <p:nvPicPr>
          <p:cNvPr id="18" name="Picture 1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4C2A22F-A0E5-E0CA-8E7C-DA84F0836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20" name="Picture 1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8EE626C7-3D01-B06A-88D5-366469883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22" name="Picture 2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E7D82C8-396B-234D-9375-0D3EDF2CE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24" name="Picture 2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21D10B9-B4C5-1650-45DC-C1255947AC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26" name="Picture 25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57943C7-BF24-E3A2-EA21-6C95F340B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9" name="Freeform 6">
            <a:extLst>
              <a:ext uri="{FF2B5EF4-FFF2-40B4-BE49-F238E27FC236}">
                <a16:creationId xmlns:a16="http://schemas.microsoft.com/office/drawing/2014/main" id="{5FF8E6E8-E5A2-D713-A0E0-3F2CDF6BFD66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Google Shape;140;p14">
            <a:extLst>
              <a:ext uri="{FF2B5EF4-FFF2-40B4-BE49-F238E27FC236}">
                <a16:creationId xmlns:a16="http://schemas.microsoft.com/office/drawing/2014/main" id="{443E161D-A3D6-9CF9-3161-D90D50FD80E9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280CD0A1-6FFE-F485-6D9E-89ED069BB02A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5E66A40-16B1-E57A-05AA-A75C41494668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31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3890-8EA7-1B80-97FD-C1A1D754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D0063E1-846A-DC41-CBAC-73F2873D5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1430519-68BE-00E1-0684-E300AC550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AF2AE88-37FD-9152-FA6F-9D4AA884F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D931AF9-8684-31BE-FEF1-C0DB7C4B1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716D525-9905-CC39-AA21-C6FBDD837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D9F11DA-4080-1003-25A2-9294996BB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98892F0-1BBB-4015-56BC-FA7BE7341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0693B70-5C7D-7DC6-73B7-B6B980643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5E0BC95-5A84-209C-BAA1-1C687008F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DA97060-4294-4B41-3136-A5489E77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CD071F0-42F1-35FD-9353-844C2460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4723DFA-5D49-CE24-3390-B87F22F32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5B6FCD3-A58A-C17D-2688-848622ED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82D947C-1BFC-B53B-9E99-CC5E60D79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3FD2BBA-81C5-A968-4A75-1340F45E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B2D514F-B50D-3493-8BC1-0E3736299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4A2BCA4-1E92-A25C-CEDC-5A47142F5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BB69F7C-8241-ED1E-5801-66CA88D4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65FF9DC-3999-E3F7-DB76-74775809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1885AA2-2B15-57AC-E713-2407DE067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600DC7E-5D8E-499A-5715-F8F4B7C96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74505" y="4861715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3DFCE9C-8C69-23C3-837B-75DAAD674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64208" y="3492640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72D6C25-1BE3-AE61-4FAD-3B0CDBC35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04145" y="5022614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2A11311-5EDF-5697-6C8C-DDBC43C4A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3817" y="4893584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8B735E7-4728-F4AB-788B-6EE7E41BF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9802" y="3542276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F5CF903-1065-C4D2-F234-BCB051445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702585" y="3542276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B171623-9B7D-0E46-E849-DF288220B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D9FBBD8-8263-D07F-91BA-0FD61E073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CB3B894-7D58-A713-893E-14297D204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865BA19-3BBD-EFAF-623F-EE849854F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50AAABD-C6C6-37E5-6C5D-693D50E62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E9659CA-D626-0939-BB05-D7E8EE303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3" name="Picture 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C646B0D-6C62-5F3F-42FC-FD2D32033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5" y="5477470"/>
            <a:ext cx="347663" cy="347663"/>
          </a:xfrm>
          <a:prstGeom prst="rect">
            <a:avLst/>
          </a:prstGeom>
        </p:spPr>
      </p:pic>
      <p:pic>
        <p:nvPicPr>
          <p:cNvPr id="10" name="Picture 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5836546-1931-DCB9-3A0B-A16CF4CB7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5" y="5477469"/>
            <a:ext cx="347663" cy="347663"/>
          </a:xfrm>
          <a:prstGeom prst="rect">
            <a:avLst/>
          </a:prstGeom>
        </p:spPr>
      </p:pic>
      <p:pic>
        <p:nvPicPr>
          <p:cNvPr id="44" name="Picture 4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037C14E-776A-85A7-2D62-1F4726F1F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5" y="5477468"/>
            <a:ext cx="347663" cy="347663"/>
          </a:xfrm>
          <a:prstGeom prst="rect">
            <a:avLst/>
          </a:prstGeom>
        </p:spPr>
      </p:pic>
      <p:pic>
        <p:nvPicPr>
          <p:cNvPr id="47" name="Picture 4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306297D-78C1-B70E-1F9F-D93268ED6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5" y="5477467"/>
            <a:ext cx="347663" cy="347663"/>
          </a:xfrm>
          <a:prstGeom prst="rect">
            <a:avLst/>
          </a:prstGeom>
        </p:spPr>
      </p:pic>
      <p:pic>
        <p:nvPicPr>
          <p:cNvPr id="49" name="Picture 48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F5716CC-3A1F-9DF2-31D8-B5585BF37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5" y="5477466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0AD5700-6FE6-79BA-B0DB-EE3B3FAEA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62522" y="3492640"/>
            <a:ext cx="1231500" cy="1231500"/>
          </a:xfrm>
          <a:prstGeom prst="rect">
            <a:avLst/>
          </a:prstGeom>
        </p:spPr>
      </p:pic>
      <p:pic>
        <p:nvPicPr>
          <p:cNvPr id="52" name="Picture 5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8DE0D245-3C5C-C5AA-7933-DA76D3124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5030500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C2551C4-3E96-86CE-308A-E745BF783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3434198"/>
            <a:ext cx="1231500" cy="1231500"/>
          </a:xfrm>
          <a:prstGeom prst="rect">
            <a:avLst/>
          </a:prstGeom>
        </p:spPr>
      </p:pic>
      <p:pic>
        <p:nvPicPr>
          <p:cNvPr id="54" name="Picture 53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905EEB8-A53B-4ACE-A473-40FC03357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703182" y="5021565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B288AAC8-2ADA-1093-21E4-CD25FCC14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000305" y="3464162"/>
            <a:ext cx="1231500" cy="1231500"/>
          </a:xfrm>
          <a:prstGeom prst="rect">
            <a:avLst/>
          </a:prstGeom>
        </p:spPr>
      </p:pic>
      <p:pic>
        <p:nvPicPr>
          <p:cNvPr id="56" name="Picture 5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D513439E-DB45-0C4B-2928-0E88C1ABE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20136" y="4940071"/>
            <a:ext cx="1231500" cy="1231500"/>
          </a:xfrm>
          <a:prstGeom prst="rect">
            <a:avLst/>
          </a:prstGeom>
        </p:spPr>
      </p:pic>
      <p:pic>
        <p:nvPicPr>
          <p:cNvPr id="57" name="Picture 56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EB4872E-FF18-F467-A654-F96CDB8F5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874141" y="3464162"/>
            <a:ext cx="1231500" cy="1231500"/>
          </a:xfrm>
          <a:prstGeom prst="rect">
            <a:avLst/>
          </a:prstGeom>
        </p:spPr>
      </p:pic>
      <p:pic>
        <p:nvPicPr>
          <p:cNvPr id="18" name="Picture 1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1ADAAA3-BB8D-604B-89A2-B8CB00429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20" name="Picture 1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0917ADD-C378-F441-03C5-2F925FDDB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22" name="Picture 2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DDD0C11-D6DF-42F5-7C50-9B6C355B2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24" name="Picture 2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D4E2F0E-736F-D5F6-E6E8-184A7AAA7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26" name="Picture 25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4012617-9DAC-66BC-D550-02B6175EA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25B36C-4684-A857-8249-4753F71003BD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5F520EC5-371F-B625-53FB-765DA40CAB81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Google Shape;140;p14">
            <a:extLst>
              <a:ext uri="{FF2B5EF4-FFF2-40B4-BE49-F238E27FC236}">
                <a16:creationId xmlns:a16="http://schemas.microsoft.com/office/drawing/2014/main" id="{1EA527CB-F97E-345D-394D-FE50180E33EF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61521CD2-46E7-4ADB-B0F8-20A71806E3CC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16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A5768-5D76-1BC7-8450-947AF139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A243092-4527-ED88-0DDD-DCED1605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A714B0A-1BC2-5CBC-F6CD-C5D0A04D1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8732686-9C0C-3CEC-DD03-9162BC4BD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4CC9C91-1364-BBB6-CAA8-95EE8589A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6E8DE5D-B5B8-F4D4-33B4-6CFC1CB7B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BCD966B-856B-89B4-EB22-04BB08A19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FCDEA5A-2DB3-4F42-BCED-926DCC0F9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FEF51D8-1B76-E255-E09F-AB3CD734C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61927BE-6D69-56D2-9135-522CA5AD4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7FD1262-E49C-B4C0-2559-7F16ADBA3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9A2679B-18E6-260E-007D-6CFEC27C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231225C-14A8-627E-C6D8-CE5D60C7B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52B4302D-B5B0-705D-F38B-643D6E2F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04E27FE-92BB-27DE-8F44-556F39136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A614870-BB7A-4A5C-3F5F-083A700B8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FB63B73-BFC7-A9B6-F2B4-EAF53247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2CCE627-817C-81BD-7DF5-C33BAAE0E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A648435-5DD3-A09F-CF93-0588BA165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EDDEABC7-C37B-8270-2720-5A882FD9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833A84D-B7F8-F493-926B-C841942EC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48C0A33-F7EB-4A2F-09A7-BA4E7DC2D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74505" y="4861715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C825DAB-992B-0FAF-D9EB-08748713E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64208" y="3492640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91AE78C-2297-7E33-05A9-FDF4DF8AC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04145" y="5022614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B98A0BA-D560-7460-44F4-7501859A1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3817" y="4893584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E97FE6D-7C19-0313-CC01-F91B811D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9802" y="3542276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D149BEB-7A6E-D7B2-00FB-F5CF169F8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702585" y="3542276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6B5E0FBA-BAD7-A8A9-AF67-06C0D0DCC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72E6BB4-5823-4075-F350-BAB0E5840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CFF1054-F8B6-E6E6-A4D3-DA0C987D7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D8FFF57-006A-76B6-4849-94F9F7442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F06DDCC-CABD-183F-F945-A8A607279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CE85B2E-C68A-875E-64D6-D1E32CBF8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3" name="Picture 2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804D3267-199A-63F6-26A2-EE2ECD2A3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5" y="5477470"/>
            <a:ext cx="347663" cy="347663"/>
          </a:xfrm>
          <a:prstGeom prst="rect">
            <a:avLst/>
          </a:prstGeom>
        </p:spPr>
      </p:pic>
      <p:pic>
        <p:nvPicPr>
          <p:cNvPr id="10" name="Picture 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C13F35E-1820-0483-458B-3D8EF2500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5" y="5477469"/>
            <a:ext cx="347663" cy="347663"/>
          </a:xfrm>
          <a:prstGeom prst="rect">
            <a:avLst/>
          </a:prstGeom>
        </p:spPr>
      </p:pic>
      <p:pic>
        <p:nvPicPr>
          <p:cNvPr id="44" name="Picture 4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A271176-7480-BF70-1324-41F9FF43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5" y="5477468"/>
            <a:ext cx="347663" cy="347663"/>
          </a:xfrm>
          <a:prstGeom prst="rect">
            <a:avLst/>
          </a:prstGeom>
        </p:spPr>
      </p:pic>
      <p:pic>
        <p:nvPicPr>
          <p:cNvPr id="47" name="Picture 4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88A0AC5-B100-07B3-F6C0-B55F7EB68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5" y="5477467"/>
            <a:ext cx="347663" cy="347663"/>
          </a:xfrm>
          <a:prstGeom prst="rect">
            <a:avLst/>
          </a:prstGeom>
        </p:spPr>
      </p:pic>
      <p:pic>
        <p:nvPicPr>
          <p:cNvPr id="49" name="Picture 48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A6A2C82-3D4B-3B25-1DF8-22CA90617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5" y="5477466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C36522D-F74D-F1DB-CEE5-2B59DB5B8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62522" y="3492640"/>
            <a:ext cx="1231500" cy="1231500"/>
          </a:xfrm>
          <a:prstGeom prst="rect">
            <a:avLst/>
          </a:prstGeom>
        </p:spPr>
      </p:pic>
      <p:pic>
        <p:nvPicPr>
          <p:cNvPr id="52" name="Picture 5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E18FF68-55A3-9777-A855-10960FC0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5030500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53132542-BB42-4AAA-4A2C-9935FB1EB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3434198"/>
            <a:ext cx="1231500" cy="1231500"/>
          </a:xfrm>
          <a:prstGeom prst="rect">
            <a:avLst/>
          </a:prstGeom>
        </p:spPr>
      </p:pic>
      <p:pic>
        <p:nvPicPr>
          <p:cNvPr id="54" name="Picture 53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10598A9-30C2-7FB8-2A1E-97A3323B7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703182" y="5021565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3AC6A6B-8D7A-3A84-8CE9-379A27267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000305" y="3464162"/>
            <a:ext cx="1231500" cy="1231500"/>
          </a:xfrm>
          <a:prstGeom prst="rect">
            <a:avLst/>
          </a:prstGeom>
        </p:spPr>
      </p:pic>
      <p:pic>
        <p:nvPicPr>
          <p:cNvPr id="56" name="Picture 5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05282FB-BFDC-3FCA-37B6-8D6EC4E24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20136" y="4940071"/>
            <a:ext cx="1231500" cy="1231500"/>
          </a:xfrm>
          <a:prstGeom prst="rect">
            <a:avLst/>
          </a:prstGeom>
        </p:spPr>
      </p:pic>
      <p:pic>
        <p:nvPicPr>
          <p:cNvPr id="18" name="Picture 17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E8403AE-D377-DFC6-7D33-E14DA13D2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20" name="Picture 1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58644749-91E1-6662-74D9-DD1079DCE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22" name="Picture 2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7D8500D-D122-D904-E387-58D698F69F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24" name="Picture 2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5893613-E37D-374A-B350-34E195958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26" name="Picture 25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5C8F4C8-3CD8-D6BF-4F02-6E7F1F890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6D518C-A112-1546-8905-81CC56B6826E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BF6B60B-3C56-58EE-2DBF-82B5F602E972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Google Shape;140;p14">
            <a:extLst>
              <a:ext uri="{FF2B5EF4-FFF2-40B4-BE49-F238E27FC236}">
                <a16:creationId xmlns:a16="http://schemas.microsoft.com/office/drawing/2014/main" id="{3B79E45C-84D5-F929-A0B9-A2D30625A4A3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0508AB06-D889-EA41-50D9-062E3B4E2ABB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83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3638-8372-9E10-A0DE-63D76B13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FFC4D49E-6679-83AD-6329-5E4287859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0C70C20-D0B1-14F2-E17E-1E73C71B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039C3716-B11C-B06F-800C-9C007C8F7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B7C44B8-FB2C-6B90-258F-9EB93F914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25E8060-27A3-F428-671B-76200EEA8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263BABC-35A3-1D81-7E05-C6E40B043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6888687-B787-FC1A-DF2D-3DA2721D4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4F87117-33AD-BEF8-8F68-DDCCBA957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01A44F6-EA57-E5EE-9B79-965C5896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A559519-60E9-B3BF-5BBA-2C9063D7F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62A7E587-3275-4D09-106F-D2C0C0C52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3D4F9F5-25A5-7D12-61A9-0BAC6DFB5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B550FE5-9173-EE75-2D41-246C22487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9F98BB0-17BA-E617-9952-65D26DC8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535A6D6-14BC-D67F-353F-0D4A776A3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9EBCCE8-8098-1820-97B0-2B9DD5B4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11FD5B30-DD5D-AA2A-7DE8-57ACA228F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3D15BE3-14A1-E54A-56D2-8C93CBE20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DF690136-4A1B-DA89-D1C0-31EF541E1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ACA3BBF-EC23-FDC0-74D0-9D33FD7AB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52BB689-4039-E8F6-5FE0-781E7C26F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974505" y="4861715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E903E4A-B0D5-835A-EE49-34BE7D5BB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64208" y="3492640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97AC9C9-FDA2-C684-292F-76F948848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04145" y="5022614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4D29444-983C-605B-32CD-2F3D9341F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3817" y="4893584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416EAD7-73F9-B914-B86F-C5511BFC6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9802" y="3542276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B3CB011-1A07-5029-AFDB-5E01295D7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702585" y="3542276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4CCAA79-9C9E-ABF0-D180-72BC85302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DF5D10D-BC47-31BB-AAD5-971D9C6DB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EAC83A0-538D-805A-3E0D-A575C091F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4754C09-50B8-AF07-0797-7D82FAFB2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6609138-3FCE-8A3E-6815-FF4F0CAC5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D62124E-5EDC-BF0F-0048-67C39B92F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D20AE469-AC6E-0541-F197-E7022D42D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62522" y="3492640"/>
            <a:ext cx="1231500" cy="1231500"/>
          </a:xfrm>
          <a:prstGeom prst="rect">
            <a:avLst/>
          </a:prstGeom>
        </p:spPr>
      </p:pic>
      <p:pic>
        <p:nvPicPr>
          <p:cNvPr id="52" name="Picture 5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792DD47-9CF7-13D3-3163-2D1AA9271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5030500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1F43059E-3C1D-C6E8-E0FC-F4A0CFD9A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3434198"/>
            <a:ext cx="1231500" cy="1231500"/>
          </a:xfrm>
          <a:prstGeom prst="rect">
            <a:avLst/>
          </a:prstGeom>
        </p:spPr>
      </p:pic>
      <p:pic>
        <p:nvPicPr>
          <p:cNvPr id="54" name="Picture 53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041A468-25B0-FA29-EF58-56828312F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703182" y="5021565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04DBAEE-D09E-A1A2-DF7E-C3713C940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000305" y="3464162"/>
            <a:ext cx="1231500" cy="1231500"/>
          </a:xfrm>
          <a:prstGeom prst="rect">
            <a:avLst/>
          </a:prstGeom>
        </p:spPr>
      </p:pic>
      <p:pic>
        <p:nvPicPr>
          <p:cNvPr id="56" name="Picture 5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6EAD6ACD-FCB5-96A8-D479-D083CD049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20136" y="4940071"/>
            <a:ext cx="1231500" cy="1231500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C700917-86B2-B90D-830E-03E7DE030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BC92AE7-1620-BAB5-9BAA-B457A3B17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2069ED7-45CD-9B8A-CF8B-5FF9A0338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ADEFAF9-9E54-23D0-585F-0A2EC1787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59" name="Picture 5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0710D388-1B84-CD4C-1C34-BD50749F9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60" name="Picture 5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573C65F-7FCA-FCF7-A14F-5ED00B6F2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61" name="Picture 60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D104777-0750-4570-B1E0-C8AA222E7E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62" name="Picture 61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BBE8D99C-1DD0-3C8B-8585-67EF64DFD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63" name="Picture 6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2B3DB461-ADD0-B3E2-5AC8-6C3B8B17D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pic>
        <p:nvPicPr>
          <p:cNvPr id="3" name="Picture 2" descr="A yellow arrow pointing up&#10;&#10;AI-generated content may be incorrect.">
            <a:extLst>
              <a:ext uri="{FF2B5EF4-FFF2-40B4-BE49-F238E27FC236}">
                <a16:creationId xmlns:a16="http://schemas.microsoft.com/office/drawing/2014/main" id="{68150A36-D687-5941-5B22-9BA8651CA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13135" y="5463483"/>
            <a:ext cx="347663" cy="3476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DEC451-3AB1-BA5A-173A-1E2D52A6994C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16EF6AE2-995F-D16D-4025-4A7CAE10B7F3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Google Shape;140;p14">
            <a:extLst>
              <a:ext uri="{FF2B5EF4-FFF2-40B4-BE49-F238E27FC236}">
                <a16:creationId xmlns:a16="http://schemas.microsoft.com/office/drawing/2014/main" id="{F7654FEA-AC84-2B78-F283-B147181A5A90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7433514A-1F66-867F-6F7F-1988C2211011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50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1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0C75-CDC6-322A-B32C-D9605B7F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BB6D1B7B-7AF2-ADA0-4236-A800D4BB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0386" y="3894136"/>
            <a:ext cx="347663" cy="347663"/>
          </a:xfrm>
          <a:prstGeom prst="rect">
            <a:avLst/>
          </a:prstGeom>
        </p:spPr>
      </p:pic>
      <p:pic>
        <p:nvPicPr>
          <p:cNvPr id="5" name="Picture 4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90A696E5-D23D-9DC2-154D-E82EA62B5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345236" y="3894135"/>
            <a:ext cx="347663" cy="347663"/>
          </a:xfrm>
          <a:prstGeom prst="rect">
            <a:avLst/>
          </a:prstGeom>
        </p:spPr>
      </p:pic>
      <p:pic>
        <p:nvPicPr>
          <p:cNvPr id="6" name="Picture 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126A27F-BFEB-A50B-3A6F-19DE8D101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634536" y="3894134"/>
            <a:ext cx="347663" cy="347663"/>
          </a:xfrm>
          <a:prstGeom prst="rect">
            <a:avLst/>
          </a:prstGeom>
        </p:spPr>
      </p:pic>
      <p:pic>
        <p:nvPicPr>
          <p:cNvPr id="7" name="Picture 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2B0C356E-FF6A-4E63-670A-04774EFCF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2923836" y="3894133"/>
            <a:ext cx="347663" cy="347663"/>
          </a:xfrm>
          <a:prstGeom prst="rect">
            <a:avLst/>
          </a:prstGeom>
        </p:spPr>
      </p:pic>
      <p:pic>
        <p:nvPicPr>
          <p:cNvPr id="8" name="Picture 7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722456B1-F3E3-46B6-16FE-A964B1400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213136" y="3894132"/>
            <a:ext cx="347663" cy="347663"/>
          </a:xfrm>
          <a:prstGeom prst="rect">
            <a:avLst/>
          </a:prstGeom>
        </p:spPr>
      </p:pic>
      <p:pic>
        <p:nvPicPr>
          <p:cNvPr id="12" name="Picture 1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E3EC60E-2862-34D8-6F29-E811C25BC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3894126"/>
            <a:ext cx="347663" cy="347663"/>
          </a:xfrm>
          <a:prstGeom prst="rect">
            <a:avLst/>
          </a:prstGeom>
        </p:spPr>
      </p:pic>
      <p:pic>
        <p:nvPicPr>
          <p:cNvPr id="13" name="Picture 1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8F7E2A8-B21E-AEDC-9DE7-F810592D3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035" y="3894129"/>
            <a:ext cx="347663" cy="347663"/>
          </a:xfrm>
          <a:prstGeom prst="rect">
            <a:avLst/>
          </a:prstGeom>
        </p:spPr>
      </p:pic>
      <p:pic>
        <p:nvPicPr>
          <p:cNvPr id="14" name="Picture 1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246B08C-F8B2-4D7E-A5F5-C483E36AE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3894128"/>
            <a:ext cx="347663" cy="347663"/>
          </a:xfrm>
          <a:prstGeom prst="rect">
            <a:avLst/>
          </a:prstGeom>
        </p:spPr>
      </p:pic>
      <p:pic>
        <p:nvPicPr>
          <p:cNvPr id="15" name="Picture 1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7FC1EDE-FD26-5A00-450B-0A485684E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5" y="3894127"/>
            <a:ext cx="347663" cy="347663"/>
          </a:xfrm>
          <a:prstGeom prst="rect">
            <a:avLst/>
          </a:prstGeom>
        </p:spPr>
      </p:pic>
      <p:pic>
        <p:nvPicPr>
          <p:cNvPr id="16" name="Picture 1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F3CF325-3D89-DB10-3AD7-EB2CBB21C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5" y="3894126"/>
            <a:ext cx="347663" cy="347663"/>
          </a:xfrm>
          <a:prstGeom prst="rect">
            <a:avLst/>
          </a:prstGeom>
        </p:spPr>
      </p:pic>
      <p:pic>
        <p:nvPicPr>
          <p:cNvPr id="27" name="Picture 26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A9533BFE-46EB-28C0-2589-504BAF2AC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2634450" y="7035442"/>
            <a:ext cx="347663" cy="347663"/>
          </a:xfrm>
          <a:prstGeom prst="rect">
            <a:avLst/>
          </a:prstGeom>
        </p:spPr>
      </p:pic>
      <p:pic>
        <p:nvPicPr>
          <p:cNvPr id="28" name="Picture 2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1B22C74-69B8-8817-66B3-E856A5D5A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100385" y="7035442"/>
            <a:ext cx="347663" cy="347663"/>
          </a:xfrm>
          <a:prstGeom prst="rect">
            <a:avLst/>
          </a:prstGeom>
        </p:spPr>
      </p:pic>
      <p:pic>
        <p:nvPicPr>
          <p:cNvPr id="30" name="Picture 29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D6837B8-4F26-789F-B1C4-C50198BBD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5879301" y="7035442"/>
            <a:ext cx="347663" cy="347663"/>
          </a:xfrm>
          <a:prstGeom prst="rect">
            <a:avLst/>
          </a:prstGeom>
        </p:spPr>
      </p:pic>
      <p:pic>
        <p:nvPicPr>
          <p:cNvPr id="31" name="Picture 3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D582830-C0C4-FDD6-9633-654D2622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345236" y="7035442"/>
            <a:ext cx="347663" cy="347663"/>
          </a:xfrm>
          <a:prstGeom prst="rect">
            <a:avLst/>
          </a:prstGeom>
        </p:spPr>
      </p:pic>
      <p:pic>
        <p:nvPicPr>
          <p:cNvPr id="32" name="Picture 31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CDB15D97-462C-69CB-76FE-C3CC6EB50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9168600" y="7035442"/>
            <a:ext cx="347663" cy="347663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6B85738-CEE4-EB65-21FD-EF0DD0205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634535" y="7035442"/>
            <a:ext cx="347663" cy="347663"/>
          </a:xfrm>
          <a:prstGeom prst="rect">
            <a:avLst/>
          </a:prstGeom>
        </p:spPr>
      </p:pic>
      <p:pic>
        <p:nvPicPr>
          <p:cNvPr id="34" name="Picture 33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338FFA6D-59D5-B99A-1D3B-6B077DBE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2457900" y="7035442"/>
            <a:ext cx="347663" cy="347663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E5238C7-183C-C932-B508-8EAFFFC8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923835" y="7035442"/>
            <a:ext cx="347663" cy="347663"/>
          </a:xfrm>
          <a:prstGeom prst="rect">
            <a:avLst/>
          </a:prstGeom>
        </p:spPr>
      </p:pic>
      <p:pic>
        <p:nvPicPr>
          <p:cNvPr id="36" name="Picture 35" descr="A green arrow pointing down&#10;&#10;AI-generated content may be incorrect.">
            <a:extLst>
              <a:ext uri="{FF2B5EF4-FFF2-40B4-BE49-F238E27FC236}">
                <a16:creationId xmlns:a16="http://schemas.microsoft.com/office/drawing/2014/main" id="{4F0CE7B5-A8D0-FDD1-DB1D-10FBDBA1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15747201" y="7035442"/>
            <a:ext cx="347663" cy="347663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BF4A2D5-9694-B169-6BA9-64870B6A9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6213136" y="7035442"/>
            <a:ext cx="347663" cy="347663"/>
          </a:xfrm>
          <a:prstGeom prst="rect">
            <a:avLst/>
          </a:prstGeom>
        </p:spPr>
      </p:pic>
      <p:pic>
        <p:nvPicPr>
          <p:cNvPr id="46" name="Picture 4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226784A-EAC4-AC55-F3BF-A135B57DF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4734119" y="4861715"/>
            <a:ext cx="1231500" cy="1231500"/>
          </a:xfrm>
          <a:prstGeom prst="rect">
            <a:avLst/>
          </a:prstGeom>
        </p:spPr>
      </p:pic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700146EB-FF4A-6A9F-F916-0ABC58E0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64208" y="3492640"/>
            <a:ext cx="1231500" cy="1231500"/>
          </a:xfrm>
          <a:prstGeom prst="rect">
            <a:avLst/>
          </a:prstGeom>
        </p:spPr>
      </p:pic>
      <p:pic>
        <p:nvPicPr>
          <p:cNvPr id="38" name="Picture 3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B1B0C07-B2A5-02D4-A755-6BDC5B28E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1504479" y="5022614"/>
            <a:ext cx="1231500" cy="1231500"/>
          </a:xfrm>
          <a:prstGeom prst="rect">
            <a:avLst/>
          </a:prstGeom>
        </p:spPr>
      </p:pic>
      <p:pic>
        <p:nvPicPr>
          <p:cNvPr id="39" name="Picture 3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364138CD-D66C-5C06-3A8C-24E176CC9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7694807" y="4893584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2752598-4E29-7E6D-F824-C64C7EDA7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9802" y="3542276"/>
            <a:ext cx="1231500" cy="1231500"/>
          </a:xfrm>
          <a:prstGeom prst="rect">
            <a:avLst/>
          </a:prstGeom>
        </p:spPr>
      </p:pic>
      <p:pic>
        <p:nvPicPr>
          <p:cNvPr id="42" name="Picture 4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C31F65F-361D-3C8E-44FF-DDDB143F1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702585" y="3542276"/>
            <a:ext cx="1231500" cy="1231500"/>
          </a:xfrm>
          <a:prstGeom prst="rect">
            <a:avLst/>
          </a:prstGeom>
        </p:spPr>
      </p:pic>
      <p:pic>
        <p:nvPicPr>
          <p:cNvPr id="43" name="Picture 4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8F4D539-C33B-FFF7-32B1-671CD37BC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391230" y="6390603"/>
            <a:ext cx="1637340" cy="163734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743365F-3F72-DA6F-1D6E-4554713DC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7F34356A-B4A2-BD8B-6E1B-2FA87E20F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30FECD2-0827-0212-24E3-8F3ADF350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E131D24-1825-6B4F-AB4B-361B5CF94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7D4EC25-5DA6-00A8-67FA-176FAD275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C68D84B1-A41F-BB83-6CDB-57DBF57E4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262522" y="3492640"/>
            <a:ext cx="1231500" cy="1231500"/>
          </a:xfrm>
          <a:prstGeom prst="rect">
            <a:avLst/>
          </a:prstGeom>
        </p:spPr>
      </p:pic>
      <p:pic>
        <p:nvPicPr>
          <p:cNvPr id="52" name="Picture 51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778062D-446D-0551-4E8D-BFB11A075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202295" y="5030500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7ADF9C6-E118-4BB5-A01A-3133E44A5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06329" y="3434198"/>
            <a:ext cx="1231500" cy="1231500"/>
          </a:xfrm>
          <a:prstGeom prst="rect">
            <a:avLst/>
          </a:prstGeom>
        </p:spPr>
      </p:pic>
      <p:pic>
        <p:nvPicPr>
          <p:cNvPr id="54" name="Picture 53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0B43E08D-F2AB-C08F-7FEF-0A107809D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5005442" y="5021565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934E067C-0432-258F-D6CB-5CDA0FE70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4000305" y="3464162"/>
            <a:ext cx="1231500" cy="1231500"/>
          </a:xfrm>
          <a:prstGeom prst="rect">
            <a:avLst/>
          </a:prstGeom>
        </p:spPr>
      </p:pic>
      <p:pic>
        <p:nvPicPr>
          <p:cNvPr id="56" name="Picture 55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AF18AFE5-914B-39A5-5CB8-781805F4B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820136" y="4940071"/>
            <a:ext cx="1231500" cy="1231500"/>
          </a:xfrm>
          <a:prstGeom prst="rect">
            <a:avLst/>
          </a:prstGeom>
        </p:spPr>
      </p:pic>
      <p:pic>
        <p:nvPicPr>
          <p:cNvPr id="58" name="Picture 57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282EDB88-5B2C-9067-ECE6-64E9804B2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930384" y="5030500"/>
            <a:ext cx="1231500" cy="1231500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25EC5E4-F680-DC38-24D6-E7677FB9E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5C558ED-943A-A125-447E-6C011CC22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D957D24-B81A-AB50-49A1-E91E4DE1F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D28A106-C07A-3B6A-E7B0-7C212ED57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F2594F1-F518-712D-4997-9B1D5990E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2398179-7259-B291-8028-CF0CA69B8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9CBAA8FD-8D1B-551A-26BD-503D29B82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D59982E4-7468-1CDA-32CA-3EE60E21B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FD86435D-6549-E4B3-491F-946E14802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A6B41129-1E43-0ABC-6086-EEC3979DD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D786EF-D8D0-9E5A-35DE-4A02549331B6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CE2B1A03-A563-4DA8-9526-AF5E656198B3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5" name="Google Shape;140;p14">
            <a:extLst>
              <a:ext uri="{FF2B5EF4-FFF2-40B4-BE49-F238E27FC236}">
                <a16:creationId xmlns:a16="http://schemas.microsoft.com/office/drawing/2014/main" id="{48DDD1A7-64D6-36E9-1563-464D95F50F6F}"/>
              </a:ext>
            </a:extLst>
          </p:cNvPr>
          <p:cNvSpPr txBox="1"/>
          <p:nvPr/>
        </p:nvSpPr>
        <p:spPr>
          <a:xfrm>
            <a:off x="4478302" y="1549087"/>
            <a:ext cx="933139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Închidere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sens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2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8" name="Freeform 6">
            <a:extLst>
              <a:ext uri="{FF2B5EF4-FFF2-40B4-BE49-F238E27FC236}">
                <a16:creationId xmlns:a16="http://schemas.microsoft.com/office/drawing/2014/main" id="{58ABF343-106E-5388-AF33-E96E6190F2C1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15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C52A-E1AC-4811-10B4-4BF595A5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C803B6FD-D0AA-BB96-D575-FF65269F4C7B}"/>
              </a:ext>
            </a:extLst>
          </p:cNvPr>
          <p:cNvSpPr txBox="1"/>
          <p:nvPr/>
        </p:nvSpPr>
        <p:spPr>
          <a:xfrm>
            <a:off x="3487093" y="1576046"/>
            <a:ext cx="120758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Semnalizare</a:t>
            </a:r>
            <a:r>
              <a:rPr lang="en-US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7500" dirty="0" err="1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alternativ</a:t>
            </a:r>
            <a:r>
              <a:rPr lang="ro-RO" sz="75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ă</a:t>
            </a:r>
            <a:endParaRPr sz="75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9" name="Picture 28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8D6E4D5-B5E4-59F8-2EEC-F966E4F6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064208" y="3492640"/>
            <a:ext cx="1231500" cy="1231500"/>
          </a:xfrm>
          <a:prstGeom prst="rect">
            <a:avLst/>
          </a:prstGeom>
        </p:spPr>
      </p:pic>
      <p:pic>
        <p:nvPicPr>
          <p:cNvPr id="40" name="Picture 39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E653A324-F439-EE1B-2976-83F69597C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59802" y="3542276"/>
            <a:ext cx="1231500" cy="1231500"/>
          </a:xfrm>
          <a:prstGeom prst="rect">
            <a:avLst/>
          </a:prstGeom>
        </p:spPr>
      </p:pic>
      <p:pic>
        <p:nvPicPr>
          <p:cNvPr id="17" name="Picture 1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BBD261A-3B64-8BF0-C780-CE9726F15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450" y="5464789"/>
            <a:ext cx="347663" cy="347663"/>
          </a:xfrm>
          <a:prstGeom prst="rect">
            <a:avLst/>
          </a:prstGeom>
        </p:spPr>
      </p:pic>
      <p:pic>
        <p:nvPicPr>
          <p:cNvPr id="19" name="Picture 1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26418AB-6E1A-027D-867C-F09BED950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84" y="5464791"/>
            <a:ext cx="347663" cy="347663"/>
          </a:xfrm>
          <a:prstGeom prst="rect">
            <a:avLst/>
          </a:prstGeom>
        </p:spPr>
      </p:pic>
      <p:pic>
        <p:nvPicPr>
          <p:cNvPr id="21" name="Picture 2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9CFF0C90-DE3E-942E-EB88-F98B2F17A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335" y="5464789"/>
            <a:ext cx="347663" cy="347663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FEA71C4-BEDF-60A4-96FB-A51740E04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634" y="5464790"/>
            <a:ext cx="347663" cy="347663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120683E-698A-009C-32A8-AFAD83A47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5934" y="5464790"/>
            <a:ext cx="347663" cy="347663"/>
          </a:xfrm>
          <a:prstGeom prst="rect">
            <a:avLst/>
          </a:prstGeom>
        </p:spPr>
      </p:pic>
      <p:pic>
        <p:nvPicPr>
          <p:cNvPr id="51" name="Picture 50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B68F256A-428D-4F12-5C70-BAA6BE35A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262522" y="3492640"/>
            <a:ext cx="1231500" cy="1231500"/>
          </a:xfrm>
          <a:prstGeom prst="rect">
            <a:avLst/>
          </a:prstGeom>
        </p:spPr>
      </p:pic>
      <p:pic>
        <p:nvPicPr>
          <p:cNvPr id="53" name="Picture 52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F8D9AFBB-FE12-084C-96E5-59BFB2274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506329" y="3434198"/>
            <a:ext cx="1231500" cy="1231500"/>
          </a:xfrm>
          <a:prstGeom prst="rect">
            <a:avLst/>
          </a:prstGeom>
        </p:spPr>
      </p:pic>
      <p:pic>
        <p:nvPicPr>
          <p:cNvPr id="55" name="Picture 54" descr="A yellow car with blue windows&#10;&#10;AI-generated content may be incorrect.">
            <a:extLst>
              <a:ext uri="{FF2B5EF4-FFF2-40B4-BE49-F238E27FC236}">
                <a16:creationId xmlns:a16="http://schemas.microsoft.com/office/drawing/2014/main" id="{4C4E14D3-B25D-FB1B-ED3A-A1226F124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000305" y="3464162"/>
            <a:ext cx="1231500" cy="1231500"/>
          </a:xfrm>
          <a:prstGeom prst="rect">
            <a:avLst/>
          </a:prstGeom>
        </p:spPr>
      </p:pic>
      <p:pic>
        <p:nvPicPr>
          <p:cNvPr id="18" name="Picture 1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EFB19BE-2AB0-2FD4-9812-9829950A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386" y="5464789"/>
            <a:ext cx="347663" cy="347663"/>
          </a:xfrm>
          <a:prstGeom prst="rect">
            <a:avLst/>
          </a:prstGeom>
        </p:spPr>
      </p:pic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64A8FE1F-3B78-53D1-E53E-7EC26F2F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634" y="5464790"/>
            <a:ext cx="347663" cy="347663"/>
          </a:xfrm>
          <a:prstGeom prst="rect">
            <a:avLst/>
          </a:prstGeom>
        </p:spPr>
      </p:pic>
      <p:pic>
        <p:nvPicPr>
          <p:cNvPr id="22" name="Picture 2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DDCFF7B-69AA-8A91-D77F-0C5723555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535" y="5464790"/>
            <a:ext cx="347663" cy="347663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4C29FD8-99CF-30EE-33A8-A76A9921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835" y="5464790"/>
            <a:ext cx="347663" cy="347663"/>
          </a:xfrm>
          <a:prstGeom prst="rect">
            <a:avLst/>
          </a:prstGeom>
        </p:spPr>
      </p:pic>
      <p:pic>
        <p:nvPicPr>
          <p:cNvPr id="26" name="Picture 2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39CCFAD-E799-9091-2BDC-239509151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136" y="5464790"/>
            <a:ext cx="347663" cy="347663"/>
          </a:xfrm>
          <a:prstGeom prst="rect">
            <a:avLst/>
          </a:prstGeom>
        </p:spPr>
      </p:pic>
      <p:pic>
        <p:nvPicPr>
          <p:cNvPr id="3" name="Picture 2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87326D40-A33C-26E3-8DFF-43BF3E6BA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506808" y="6348604"/>
            <a:ext cx="1637340" cy="1637340"/>
          </a:xfrm>
          <a:prstGeom prst="rect">
            <a:avLst/>
          </a:prstGeom>
        </p:spPr>
      </p:pic>
      <p:pic>
        <p:nvPicPr>
          <p:cNvPr id="10" name="Picture 9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15EBAED7-DE94-0C4C-DED0-4426EFF9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267736" y="6348604"/>
            <a:ext cx="1637340" cy="1637340"/>
          </a:xfrm>
          <a:prstGeom prst="rect">
            <a:avLst/>
          </a:prstGeom>
        </p:spPr>
      </p:pic>
      <p:pic>
        <p:nvPicPr>
          <p:cNvPr id="44" name="Picture 43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74BF6B6F-6761-7F36-91F8-47DAFFF88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95790" y="6348604"/>
            <a:ext cx="1637340" cy="1637340"/>
          </a:xfrm>
          <a:prstGeom prst="rect">
            <a:avLst/>
          </a:prstGeom>
        </p:spPr>
      </p:pic>
      <p:pic>
        <p:nvPicPr>
          <p:cNvPr id="47" name="Picture 46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C5C32027-94C2-FA4A-F898-99738C49A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821864" y="6266198"/>
            <a:ext cx="1637340" cy="1637340"/>
          </a:xfrm>
          <a:prstGeom prst="rect">
            <a:avLst/>
          </a:prstGeom>
        </p:spPr>
      </p:pic>
      <p:pic>
        <p:nvPicPr>
          <p:cNvPr id="49" name="Picture 48" descr="A blue car with a black background&#10;&#10;AI-generated content may be incorrect.">
            <a:extLst>
              <a:ext uri="{FF2B5EF4-FFF2-40B4-BE49-F238E27FC236}">
                <a16:creationId xmlns:a16="http://schemas.microsoft.com/office/drawing/2014/main" id="{EBC4C294-7398-5365-D6A9-350E22A7B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747447" y="6346312"/>
            <a:ext cx="1637340" cy="16373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9BED630-F27C-10FF-B92E-89819D8001C3}"/>
              </a:ext>
            </a:extLst>
          </p:cNvPr>
          <p:cNvSpPr/>
          <p:nvPr/>
        </p:nvSpPr>
        <p:spPr>
          <a:xfrm>
            <a:off x="294968" y="8391832"/>
            <a:ext cx="17750557" cy="12315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62CCC809-A92A-D1D7-8FC5-A9181356757F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45D4162-54B4-64BE-0A56-AEAFD7E81A12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54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DEFA-2C97-C2DD-AAF1-824542A3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202F9139-12A1-FACA-687F-79D940CDE99B}"/>
              </a:ext>
            </a:extLst>
          </p:cNvPr>
          <p:cNvSpPr txBox="1"/>
          <p:nvPr/>
        </p:nvSpPr>
        <p:spPr>
          <a:xfrm>
            <a:off x="1551709" y="2128319"/>
            <a:ext cx="14505709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 err="1" smtClean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Modificari</a:t>
            </a:r>
            <a:r>
              <a:rPr lang="en-US" sz="10000" dirty="0" smtClean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sz="10000" dirty="0" err="1" smtClean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tronsoane</a:t>
            </a: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3" name="Google Shape;141;p14">
            <a:extLst>
              <a:ext uri="{FF2B5EF4-FFF2-40B4-BE49-F238E27FC236}">
                <a16:creationId xmlns:a16="http://schemas.microsoft.com/office/drawing/2014/main" id="{584113A1-E5F1-3855-C15E-AFAA20742FAB}"/>
              </a:ext>
            </a:extLst>
          </p:cNvPr>
          <p:cNvSpPr txBox="1"/>
          <p:nvPr/>
        </p:nvSpPr>
        <p:spPr>
          <a:xfrm>
            <a:off x="2774426" y="3683870"/>
            <a:ext cx="14584374" cy="10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Sensuri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giratorii</a:t>
            </a:r>
            <a:endParaRPr lang="en-US" sz="4400" b="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FEEF497B-6B39-6E63-54EE-D65479412916}"/>
              </a:ext>
            </a:extLst>
          </p:cNvPr>
          <p:cNvSpPr txBox="1"/>
          <p:nvPr/>
        </p:nvSpPr>
        <p:spPr>
          <a:xfrm>
            <a:off x="3381155" y="4624300"/>
            <a:ext cx="1303760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15" dirty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Sensuri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giratorii</a:t>
            </a:r>
            <a:endParaRPr lang="en-US" sz="3000" b="1" spc="15" dirty="0">
              <a:solidFill>
                <a:srgbClr val="FCC3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61466B37-5865-6751-B16E-74A78F2275B5}"/>
              </a:ext>
            </a:extLst>
          </p:cNvPr>
          <p:cNvSpPr txBox="1"/>
          <p:nvPr/>
        </p:nvSpPr>
        <p:spPr>
          <a:xfrm>
            <a:off x="3483141" y="6913186"/>
            <a:ext cx="12577453" cy="42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5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Pentru</a:t>
            </a:r>
            <a:r>
              <a:rPr lang="en-US" sz="35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fluidizare</a:t>
            </a:r>
            <a:r>
              <a:rPr lang="en-US" sz="35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5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trafic</a:t>
            </a:r>
            <a:r>
              <a:rPr lang="en-US" sz="35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nu se permit </a:t>
            </a:r>
            <a:r>
              <a:rPr lang="en-US" sz="35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virajele</a:t>
            </a:r>
            <a:r>
              <a:rPr lang="en-US" sz="35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35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stanga</a:t>
            </a:r>
            <a:r>
              <a:rPr lang="en-US" sz="35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3500" b="1" spc="15" dirty="0">
              <a:solidFill>
                <a:srgbClr val="FCC3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2E3A4703-3A5F-DFC4-9956-93103EE02E8C}"/>
              </a:ext>
            </a:extLst>
          </p:cNvPr>
          <p:cNvSpPr txBox="1"/>
          <p:nvPr/>
        </p:nvSpPr>
        <p:spPr>
          <a:xfrm>
            <a:off x="3483141" y="8999590"/>
            <a:ext cx="11900128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Pentru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fluidizare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intrarii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iesirii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din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sensurile</a:t>
            </a:r>
            <a:r>
              <a:rPr lang="en-US" sz="3000" b="1" spc="15" dirty="0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 b="1" spc="15" dirty="0" err="1" smtClean="0">
                <a:solidFill>
                  <a:srgbClr val="FCC330"/>
                </a:solidFill>
                <a:latin typeface="Montserrat"/>
                <a:ea typeface="Montserrat"/>
                <a:cs typeface="Montserrat"/>
                <a:sym typeface="Montserrat"/>
              </a:rPr>
              <a:t>giratorii</a:t>
            </a:r>
            <a:endParaRPr lang="en-US" sz="3000" b="1" spc="15" dirty="0">
              <a:solidFill>
                <a:srgbClr val="FCC33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856695E1-CC84-C113-7741-3AA6C97809E9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C0047CC-EE5B-0670-D77F-ADF4E7EA36D1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Google Shape;141;p14">
            <a:extLst>
              <a:ext uri="{FF2B5EF4-FFF2-40B4-BE49-F238E27FC236}">
                <a16:creationId xmlns:a16="http://schemas.microsoft.com/office/drawing/2014/main" id="{584113A1-E5F1-3855-C15E-AFAA20742FAB}"/>
              </a:ext>
            </a:extLst>
          </p:cNvPr>
          <p:cNvSpPr txBox="1"/>
          <p:nvPr/>
        </p:nvSpPr>
        <p:spPr>
          <a:xfrm>
            <a:off x="2868948" y="8085847"/>
            <a:ext cx="15280507" cy="92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Extindere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benzi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inainte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dupa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sensurile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giratorii</a:t>
            </a:r>
            <a:endParaRPr lang="ro-RO" sz="4400" b="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1;p14">
            <a:extLst>
              <a:ext uri="{FF2B5EF4-FFF2-40B4-BE49-F238E27FC236}">
                <a16:creationId xmlns:a16="http://schemas.microsoft.com/office/drawing/2014/main" id="{584113A1-E5F1-3855-C15E-AFAA20742FAB}"/>
              </a:ext>
            </a:extLst>
          </p:cNvPr>
          <p:cNvSpPr txBox="1"/>
          <p:nvPr/>
        </p:nvSpPr>
        <p:spPr>
          <a:xfrm>
            <a:off x="2868948" y="5791831"/>
            <a:ext cx="14584374" cy="10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1F2858"/>
              </a:buClr>
              <a:buSzPts val="3200"/>
              <a:buFont typeface="Montserrat"/>
              <a:buChar char="▸"/>
            </a:pP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Viraje</a:t>
            </a:r>
            <a:r>
              <a:rPr lang="en-US" sz="4400" b="1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4400" b="1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stanga</a:t>
            </a:r>
            <a:endParaRPr lang="ro-RO" sz="4400" b="1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24" y="3958741"/>
            <a:ext cx="1253462" cy="12124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23" y="5925696"/>
            <a:ext cx="1323505" cy="124763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323" y="8427848"/>
            <a:ext cx="1342761" cy="128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3" grpId="0"/>
      <p:bldP spid="4" grpId="0"/>
      <p:bldP spid="5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43293E4-D777-24FC-7803-533E40A5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314CBCFE-D474-A045-9187-7685A0968AF9}"/>
              </a:ext>
            </a:extLst>
          </p:cNvPr>
          <p:cNvSpPr txBox="1"/>
          <p:nvPr/>
        </p:nvSpPr>
        <p:spPr>
          <a:xfrm>
            <a:off x="3475628" y="1588925"/>
            <a:ext cx="10656962" cy="1368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Parametrii</a:t>
            </a:r>
            <a:r>
              <a:rPr lang="en-US" sz="8000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simulare</a:t>
            </a:r>
            <a:endParaRPr lang="en-US" sz="8000" b="1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6751021-B420-0873-656F-7A3AE7E97BF9}"/>
              </a:ext>
            </a:extLst>
          </p:cNvPr>
          <p:cNvSpPr txBox="1"/>
          <p:nvPr/>
        </p:nvSpPr>
        <p:spPr>
          <a:xfrm>
            <a:off x="519521" y="5580622"/>
            <a:ext cx="4301184" cy="479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Estimare</a:t>
            </a:r>
            <a:r>
              <a:rPr lang="en-US" sz="30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trafic</a:t>
            </a:r>
            <a:r>
              <a:rPr lang="en-US" sz="30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zilnic</a:t>
            </a:r>
            <a:endParaRPr lang="en-US" sz="3000" b="1" spc="85" dirty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DBC124F-EFD2-3348-1658-D74D122F29A6}"/>
              </a:ext>
            </a:extLst>
          </p:cNvPr>
          <p:cNvSpPr txBox="1"/>
          <p:nvPr/>
        </p:nvSpPr>
        <p:spPr>
          <a:xfrm>
            <a:off x="7252830" y="3819470"/>
            <a:ext cx="3168669" cy="920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25"/>
              </a:lnSpc>
            </a:pPr>
            <a:r>
              <a:rPr lang="en-US" sz="5680" b="1" spc="210" dirty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Sector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63712CC-3E2D-A0C5-164B-A5F6BD7A2417}"/>
              </a:ext>
            </a:extLst>
          </p:cNvPr>
          <p:cNvSpPr txBox="1"/>
          <p:nvPr/>
        </p:nvSpPr>
        <p:spPr>
          <a:xfrm>
            <a:off x="6680769" y="4666061"/>
            <a:ext cx="5509819" cy="548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348" b="1" spc="123" dirty="0" err="1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Vetis</a:t>
            </a:r>
            <a:r>
              <a:rPr lang="en-US" sz="3348" b="1" spc="123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348" b="1" spc="123" dirty="0" err="1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Satu</a:t>
            </a:r>
            <a:r>
              <a:rPr lang="en-US" sz="3348" b="1" spc="123" dirty="0" smtClean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3348" b="1" spc="123" dirty="0">
                <a:solidFill>
                  <a:srgbClr val="FCC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Mare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519521" y="6759882"/>
            <a:ext cx="430118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Volum</a:t>
            </a:r>
            <a:r>
              <a:rPr lang="en-US" sz="30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simulare</a:t>
            </a:r>
            <a:endParaRPr lang="en-US" sz="3000" b="1" spc="85" dirty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0C6DF1F4-4F11-556B-53BC-58625FF0DC4E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1DA2C33-7A0C-E916-A955-7E251C5C9434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519520" y="7972292"/>
            <a:ext cx="5119279" cy="479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Treceri</a:t>
            </a:r>
            <a:r>
              <a:rPr lang="en-US" sz="30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pietoni</a:t>
            </a:r>
            <a:r>
              <a:rPr lang="en-US" sz="30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</a:t>
            </a:r>
            <a:r>
              <a:rPr lang="en-US" sz="30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activari</a:t>
            </a:r>
            <a:r>
              <a:rPr lang="en-US" sz="30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)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7038896" y="5580622"/>
            <a:ext cx="430118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600" b="1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6.300</a:t>
            </a:r>
            <a:r>
              <a:rPr lang="en-US" sz="30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400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vehicule</a:t>
            </a:r>
            <a:r>
              <a:rPr lang="en-US" sz="2400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pe zi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7038896" y="6819043"/>
            <a:ext cx="430118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6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~ </a:t>
            </a:r>
            <a:r>
              <a:rPr lang="en-US" sz="3600" b="1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700 </a:t>
            </a:r>
            <a:r>
              <a:rPr lang="en-US" sz="3000" spc="85" dirty="0" smtClean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400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vehicule</a:t>
            </a:r>
            <a:r>
              <a:rPr lang="en-US" sz="2400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pe ora</a:t>
            </a: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7038896" y="7972291"/>
            <a:ext cx="430118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6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~ 10-30</a:t>
            </a:r>
            <a:r>
              <a:rPr lang="en-US" sz="3000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400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activari</a:t>
            </a:r>
            <a:r>
              <a:rPr lang="en-US" sz="2400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pe ora</a:t>
            </a:r>
          </a:p>
        </p:txBody>
      </p:sp>
    </p:spTree>
    <p:extLst>
      <p:ext uri="{BB962C8B-B14F-4D97-AF65-F5344CB8AC3E}">
        <p14:creationId xmlns:p14="http://schemas.microsoft.com/office/powerpoint/2010/main" val="294659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43293E4-D777-24FC-7803-533E40A5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314CBCFE-D474-A045-9187-7685A0968AF9}"/>
              </a:ext>
            </a:extLst>
          </p:cNvPr>
          <p:cNvSpPr txBox="1"/>
          <p:nvPr/>
        </p:nvSpPr>
        <p:spPr>
          <a:xfrm>
            <a:off x="3475628" y="1588925"/>
            <a:ext cx="10656962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Rezultate</a:t>
            </a:r>
            <a:r>
              <a:rPr lang="en-US" sz="8000" b="1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8000" b="1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simulare</a:t>
            </a:r>
            <a:endParaRPr lang="en-US" sz="8000" b="1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6751021-B420-0873-656F-7A3AE7E97BF9}"/>
              </a:ext>
            </a:extLst>
          </p:cNvPr>
          <p:cNvSpPr txBox="1"/>
          <p:nvPr/>
        </p:nvSpPr>
        <p:spPr>
          <a:xfrm>
            <a:off x="1364648" y="4596949"/>
            <a:ext cx="430118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Numare</a:t>
            </a:r>
            <a:r>
              <a:rPr lang="en-US" sz="36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deplasari</a:t>
            </a:r>
            <a:endParaRPr lang="en-US" sz="3600" b="1" spc="85" dirty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1364648" y="5776209"/>
            <a:ext cx="430118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Viteza</a:t>
            </a:r>
            <a:r>
              <a:rPr lang="en-US" sz="36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medie</a:t>
            </a:r>
            <a:endParaRPr lang="en-US" sz="3600" b="1" spc="85" dirty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0C6DF1F4-4F11-556B-53BC-58625FF0DC4E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1DA2C33-7A0C-E916-A955-7E251C5C9434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1364647" y="6988619"/>
            <a:ext cx="6519376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Timp</a:t>
            </a:r>
            <a:r>
              <a:rPr lang="en-US" sz="36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mediu</a:t>
            </a:r>
            <a:r>
              <a:rPr lang="en-US" sz="3600" b="1" spc="85" dirty="0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per </a:t>
            </a:r>
            <a:r>
              <a:rPr lang="en-US" sz="3600" b="1" spc="85" dirty="0" err="1">
                <a:solidFill>
                  <a:srgbClr val="0D121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deplasare</a:t>
            </a:r>
            <a:endParaRPr lang="en-US" sz="3600" b="1" spc="85" dirty="0">
              <a:solidFill>
                <a:srgbClr val="0D121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9324895" y="4596949"/>
            <a:ext cx="4301184" cy="524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4400" b="1" i="1" spc="123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Light"/>
              </a:rPr>
              <a:t>+ 24.59%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9324895" y="5835370"/>
            <a:ext cx="4301184" cy="524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4400" b="1" i="1" spc="123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Light"/>
              </a:rPr>
              <a:t>+ </a:t>
            </a:r>
            <a:r>
              <a:rPr lang="en-US" sz="4400" b="1" i="1" spc="123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Light"/>
              </a:rPr>
              <a:t>80%</a:t>
            </a:r>
            <a:endParaRPr lang="en-US" sz="4400" b="1" i="1" spc="123" dirty="0">
              <a:solidFill>
                <a:srgbClr val="00B050"/>
              </a:solidFill>
              <a:latin typeface="Montserrat Bold"/>
              <a:ea typeface="Montserrat Bold"/>
              <a:cs typeface="Montserrat Bold"/>
              <a:sym typeface="Montserrat Light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775B8F64-C8FD-6D25-5439-3F18FE9F46DD}"/>
              </a:ext>
            </a:extLst>
          </p:cNvPr>
          <p:cNvSpPr txBox="1"/>
          <p:nvPr/>
        </p:nvSpPr>
        <p:spPr>
          <a:xfrm>
            <a:off x="9324895" y="6988618"/>
            <a:ext cx="4301184" cy="524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87"/>
              </a:lnSpc>
            </a:pPr>
            <a:r>
              <a:rPr lang="en-US" sz="4400" b="1" i="1" spc="123" dirty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Light"/>
              </a:rPr>
              <a:t>- </a:t>
            </a:r>
            <a:r>
              <a:rPr lang="en-US" sz="4400" b="1" i="1" spc="123" dirty="0" smtClean="0">
                <a:solidFill>
                  <a:srgbClr val="00B050"/>
                </a:solidFill>
                <a:latin typeface="Montserrat Bold"/>
                <a:ea typeface="Montserrat Bold"/>
                <a:cs typeface="Montserrat Bold"/>
                <a:sym typeface="Montserrat Light"/>
              </a:rPr>
              <a:t>62%</a:t>
            </a:r>
            <a:endParaRPr lang="en-US" sz="4400" b="1" i="1" spc="123" dirty="0">
              <a:solidFill>
                <a:srgbClr val="00B050"/>
              </a:solidFill>
              <a:latin typeface="Montserrat Bold"/>
              <a:ea typeface="Montserrat Bold"/>
              <a:cs typeface="Montserrat Bold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163109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E355-E11F-1966-974D-468E7764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3">
            <a:extLst>
              <a:ext uri="{FF2B5EF4-FFF2-40B4-BE49-F238E27FC236}">
                <a16:creationId xmlns:a16="http://schemas.microsoft.com/office/drawing/2014/main" id="{9AABCCB6-DBF7-AA54-F396-C8305C41718C}"/>
              </a:ext>
            </a:extLst>
          </p:cNvPr>
          <p:cNvSpPr/>
          <p:nvPr/>
        </p:nvSpPr>
        <p:spPr>
          <a:xfrm>
            <a:off x="-60893" y="1196258"/>
            <a:ext cx="18348893" cy="8229600"/>
          </a:xfrm>
          <a:custGeom>
            <a:avLst/>
            <a:gdLst/>
            <a:ahLst/>
            <a:cxnLst/>
            <a:rect l="l" t="t" r="r" b="b"/>
            <a:pathLst>
              <a:path w="18348893" h="8229600">
                <a:moveTo>
                  <a:pt x="0" y="0"/>
                </a:moveTo>
                <a:lnTo>
                  <a:pt x="18348893" y="0"/>
                </a:lnTo>
                <a:lnTo>
                  <a:pt x="18348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21998" b="-219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E296EB3D-E4FC-E5AE-0AC1-99F9437657F7}"/>
              </a:ext>
            </a:extLst>
          </p:cNvPr>
          <p:cNvSpPr txBox="1"/>
          <p:nvPr/>
        </p:nvSpPr>
        <p:spPr>
          <a:xfrm>
            <a:off x="5291710" y="1046539"/>
            <a:ext cx="6826418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dirty="0">
                <a:solidFill>
                  <a:srgbClr val="00AEE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Hardware</a:t>
            </a: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6B9AB3F-5168-588E-0DA2-58BC402C60F1}"/>
              </a:ext>
            </a:extLst>
          </p:cNvPr>
          <p:cNvSpPr txBox="1"/>
          <p:nvPr/>
        </p:nvSpPr>
        <p:spPr>
          <a:xfrm>
            <a:off x="1006912" y="2864065"/>
            <a:ext cx="7864261" cy="635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Ecran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LED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deasupra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fiecărei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benzi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)</a:t>
            </a: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CCTV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pentru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ambele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direcții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mers</a:t>
            </a:r>
            <a:endParaRPr lang="en-US" sz="4000" spc="79" dirty="0">
              <a:solidFill>
                <a:srgbClr val="1F285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4000" spc="79" dirty="0" err="1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Cameră</a:t>
            </a:r>
            <a:r>
              <a:rPr lang="en-US" sz="4000" spc="79" dirty="0" smtClean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b="1" spc="79" dirty="0" err="1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validare</a:t>
            </a:r>
            <a:r>
              <a:rPr lang="en-US" sz="4000" b="1" spc="79" dirty="0" smtClean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stare portal</a:t>
            </a:r>
            <a:endParaRPr lang="en-US" sz="40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Tx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Senzor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meteo</a:t>
            </a:r>
            <a:endParaRPr lang="en-US" sz="40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9FBC876-A171-4949-FAC3-A420702AD2D0}"/>
              </a:ext>
            </a:extLst>
          </p:cNvPr>
          <p:cNvSpPr txBox="1"/>
          <p:nvPr/>
        </p:nvSpPr>
        <p:spPr>
          <a:xfrm>
            <a:off x="8790584" y="2864065"/>
            <a:ext cx="8153525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 typeface="Montserrat Bold" panose="00000800000000000000" pitchFamily="2" charset="0"/>
              <a:buChar char="▶"/>
            </a:pP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Concentrator </a:t>
            </a:r>
          </a:p>
          <a:p>
            <a:pPr marL="571500" indent="-571500" algn="l">
              <a:lnSpc>
                <a:spcPct val="150000"/>
              </a:lnSpc>
              <a:buClr>
                <a:srgbClr val="1F2858"/>
              </a:buClr>
              <a:buFont typeface="Courier New" panose="02070309020205020404" pitchFamily="49" charset="0"/>
              <a:buChar char="o"/>
            </a:pP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UPS</a:t>
            </a:r>
          </a:p>
          <a:p>
            <a:pPr marL="571500" indent="-571500" algn="l">
              <a:lnSpc>
                <a:spcPct val="150000"/>
              </a:lnSpc>
              <a:buClr>
                <a:srgbClr val="1F2858"/>
              </a:buClr>
              <a:buFont typeface="Courier New" panose="02070309020205020404" pitchFamily="49" charset="0"/>
              <a:buChar char="o"/>
            </a:pP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Centru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comunicații</a:t>
            </a:r>
            <a:endParaRPr lang="en-US" sz="4000" spc="79" dirty="0">
              <a:solidFill>
                <a:srgbClr val="1F285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571500" indent="-571500" algn="l">
              <a:lnSpc>
                <a:spcPct val="150000"/>
              </a:lnSpc>
              <a:buClr>
                <a:srgbClr val="1F2858"/>
              </a:buClr>
              <a:buFont typeface="Courier New" panose="02070309020205020404" pitchFamily="49" charset="0"/>
              <a:buChar char="o"/>
            </a:pP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Fail-safe</a:t>
            </a:r>
          </a:p>
          <a:p>
            <a:pPr marL="841374" lvl="1" indent="-571500" algn="l">
              <a:lnSpc>
                <a:spcPct val="150000"/>
              </a:lnSpc>
              <a:buClr>
                <a:srgbClr val="1F2858"/>
              </a:buClr>
              <a:buFont typeface="Montserrat Bold" panose="00000800000000000000" pitchFamily="2" charset="0"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Redundanță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</a:t>
            </a:r>
          </a:p>
          <a:p>
            <a:pPr marL="571500" indent="-571500" algn="l">
              <a:lnSpc>
                <a:spcPct val="150000"/>
              </a:lnSpc>
              <a:buClr>
                <a:srgbClr val="1F2858"/>
              </a:buClr>
              <a:buFont typeface="Courier New" panose="02070309020205020404" pitchFamily="49" charset="0"/>
              <a:buChar char="o"/>
            </a:pP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Alimentare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curent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(3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surse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)</a:t>
            </a:r>
          </a:p>
          <a:p>
            <a:pPr marL="571500" indent="-571500" algn="l">
              <a:lnSpc>
                <a:spcPct val="150000"/>
              </a:lnSpc>
              <a:buClr>
                <a:srgbClr val="1F2858"/>
              </a:buClr>
              <a:buFont typeface="Courier New" panose="02070309020205020404" pitchFamily="49" charset="0"/>
              <a:buChar char="o"/>
            </a:pP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Comunicare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rețea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internet - 2 </a:t>
            </a:r>
            <a:r>
              <a:rPr lang="en-US" sz="4000" spc="79" dirty="0" err="1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surse</a:t>
            </a:r>
            <a:r>
              <a:rPr lang="en-US" sz="4000" spc="79" dirty="0">
                <a:solidFill>
                  <a:srgbClr val="1F285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)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2E5798B8-DA5E-BB86-4728-87F15FAD8E91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CBAF00B-4B89-EAAB-D9A3-4385E558D4FB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9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8FDC-56FE-AE7B-AC7E-B51F9F01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9FAD7D32-03E4-9BA9-EF4D-06B470577A89}"/>
              </a:ext>
            </a:extLst>
          </p:cNvPr>
          <p:cNvSpPr/>
          <p:nvPr/>
        </p:nvSpPr>
        <p:spPr>
          <a:xfrm>
            <a:off x="0" y="2057400"/>
            <a:ext cx="18348893" cy="8229600"/>
          </a:xfrm>
          <a:custGeom>
            <a:avLst/>
            <a:gdLst/>
            <a:ahLst/>
            <a:cxnLst/>
            <a:rect l="l" t="t" r="r" b="b"/>
            <a:pathLst>
              <a:path w="18348893" h="8229600">
                <a:moveTo>
                  <a:pt x="0" y="0"/>
                </a:moveTo>
                <a:lnTo>
                  <a:pt x="18348893" y="0"/>
                </a:lnTo>
                <a:lnTo>
                  <a:pt x="18348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21998" b="-219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EEF855D2-6430-2B8D-94D7-127B339F0C86}"/>
              </a:ext>
            </a:extLst>
          </p:cNvPr>
          <p:cNvSpPr txBox="1"/>
          <p:nvPr/>
        </p:nvSpPr>
        <p:spPr>
          <a:xfrm>
            <a:off x="5996568" y="1606489"/>
            <a:ext cx="590538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9600" b="1" spc="45" dirty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</a:t>
            </a: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84AA6B-0D17-9D9E-A770-B67585278D4F}"/>
              </a:ext>
            </a:extLst>
          </p:cNvPr>
          <p:cNvSpPr txBox="1"/>
          <p:nvPr/>
        </p:nvSpPr>
        <p:spPr>
          <a:xfrm>
            <a:off x="386708" y="3432539"/>
            <a:ext cx="8199577" cy="6540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1374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Vizualizare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în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timp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real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senzori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camere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și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LED-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uri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Logică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automată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schimbare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benzi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Sisteme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securitate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cibernetică</a:t>
            </a:r>
            <a:endParaRPr lang="en-US" sz="40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Interpretare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video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automată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Afișare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video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2D067477-DEB3-A873-AE72-3CF9AC42FF32}"/>
              </a:ext>
            </a:extLst>
          </p:cNvPr>
          <p:cNvSpPr txBox="1"/>
          <p:nvPr/>
        </p:nvSpPr>
        <p:spPr>
          <a:xfrm>
            <a:off x="8586285" y="3441831"/>
            <a:ext cx="9396620" cy="6540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Mentenanță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automată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de la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distanță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Sistem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generic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replicabil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pe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mai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multe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drumuri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Sisteme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notificare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în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caz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urgențe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Verificare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integritate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</a:t>
            </a:r>
            <a:endParaRPr lang="en-US" sz="4000" b="1" spc="79" dirty="0">
              <a:solidFill>
                <a:srgbClr val="1F285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841374" lvl="1" indent="-571500">
              <a:lnSpc>
                <a:spcPts val="4624"/>
              </a:lnSpc>
              <a:spcBef>
                <a:spcPts val="2400"/>
              </a:spcBef>
              <a:buClr>
                <a:srgbClr val="1F2858"/>
              </a:buClr>
              <a:buFontTx/>
              <a:buChar char="▶"/>
            </a:pP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Modalitate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modificare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sau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configurare</a:t>
            </a:r>
            <a:r>
              <a:rPr lang="en-US" sz="4000" b="1" spc="79" dirty="0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000" b="1" spc="79" dirty="0" err="1">
                <a:solidFill>
                  <a:srgbClr val="1F28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manuală</a:t>
            </a:r>
            <a:r>
              <a:rPr lang="en-US" sz="4000" spc="79" dirty="0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 a </a:t>
            </a:r>
            <a:r>
              <a:rPr lang="en-US" sz="4000" spc="79" dirty="0" err="1">
                <a:solidFill>
                  <a:srgbClr val="1F2858"/>
                </a:solidFill>
                <a:latin typeface="Montserrat"/>
                <a:ea typeface="Montserrat"/>
                <a:cs typeface="Montserrat"/>
                <a:sym typeface="Montserrat"/>
              </a:rPr>
              <a:t>benzilor</a:t>
            </a:r>
            <a:endParaRPr lang="en-US" sz="4000" spc="79" dirty="0">
              <a:solidFill>
                <a:srgbClr val="1F285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AE77D9D-1874-9C8B-8235-9C76FE8B4FC3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30524102-9003-9914-2FB5-3B478F028BF5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6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58FDC-56FE-AE7B-AC7E-B51F9F01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9FAD7D32-03E4-9BA9-EF4D-06B470577A89}"/>
              </a:ext>
            </a:extLst>
          </p:cNvPr>
          <p:cNvSpPr/>
          <p:nvPr/>
        </p:nvSpPr>
        <p:spPr>
          <a:xfrm>
            <a:off x="0" y="2057400"/>
            <a:ext cx="18348893" cy="8229600"/>
          </a:xfrm>
          <a:custGeom>
            <a:avLst/>
            <a:gdLst/>
            <a:ahLst/>
            <a:cxnLst/>
            <a:rect l="l" t="t" r="r" b="b"/>
            <a:pathLst>
              <a:path w="18348893" h="8229600">
                <a:moveTo>
                  <a:pt x="0" y="0"/>
                </a:moveTo>
                <a:lnTo>
                  <a:pt x="18348893" y="0"/>
                </a:lnTo>
                <a:lnTo>
                  <a:pt x="18348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21998" b="-219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Google Shape;140;p14">
            <a:extLst>
              <a:ext uri="{FF2B5EF4-FFF2-40B4-BE49-F238E27FC236}">
                <a16:creationId xmlns:a16="http://schemas.microsoft.com/office/drawing/2014/main" id="{EEF855D2-6430-2B8D-94D7-127B339F0C86}"/>
              </a:ext>
            </a:extLst>
          </p:cNvPr>
          <p:cNvSpPr txBox="1"/>
          <p:nvPr/>
        </p:nvSpPr>
        <p:spPr>
          <a:xfrm>
            <a:off x="6859065" y="2520889"/>
            <a:ext cx="3102353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9600" b="1" spc="45" dirty="0" smtClean="0">
                <a:solidFill>
                  <a:srgbClr val="00AEE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Q&amp;A</a:t>
            </a:r>
            <a:endParaRPr sz="10000" dirty="0">
              <a:solidFill>
                <a:srgbClr val="00AEE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AE77D9D-1874-9C8B-8235-9C76FE8B4FC3}"/>
              </a:ext>
            </a:extLst>
          </p:cNvPr>
          <p:cNvSpPr/>
          <p:nvPr/>
        </p:nvSpPr>
        <p:spPr>
          <a:xfrm>
            <a:off x="14799192" y="425464"/>
            <a:ext cx="3183713" cy="770794"/>
          </a:xfrm>
          <a:custGeom>
            <a:avLst/>
            <a:gdLst/>
            <a:ahLst/>
            <a:cxnLst/>
            <a:rect l="l" t="t" r="r" b="b"/>
            <a:pathLst>
              <a:path w="3183713" h="770794">
                <a:moveTo>
                  <a:pt x="0" y="0"/>
                </a:moveTo>
                <a:lnTo>
                  <a:pt x="3183713" y="0"/>
                </a:lnTo>
                <a:lnTo>
                  <a:pt x="3183713" y="770794"/>
                </a:lnTo>
                <a:lnTo>
                  <a:pt x="0" y="770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30524102-9003-9914-2FB5-3B478F028BF5}"/>
              </a:ext>
            </a:extLst>
          </p:cNvPr>
          <p:cNvSpPr/>
          <p:nvPr/>
        </p:nvSpPr>
        <p:spPr>
          <a:xfrm>
            <a:off x="-103330" y="264197"/>
            <a:ext cx="1864122" cy="1864122"/>
          </a:xfrm>
          <a:custGeom>
            <a:avLst/>
            <a:gdLst/>
            <a:ahLst/>
            <a:cxnLst/>
            <a:rect l="l" t="t" r="r" b="b"/>
            <a:pathLst>
              <a:path w="1864122" h="1864122">
                <a:moveTo>
                  <a:pt x="0" y="0"/>
                </a:moveTo>
                <a:lnTo>
                  <a:pt x="1864122" y="0"/>
                </a:lnTo>
                <a:lnTo>
                  <a:pt x="1864122" y="1864122"/>
                </a:lnTo>
                <a:lnTo>
                  <a:pt x="0" y="18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13846</TotalTime>
  <Words>442</Words>
  <Application>Microsoft Office PowerPoint</Application>
  <PresentationFormat>Custom</PresentationFormat>
  <Paragraphs>117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Montserrat Bold</vt:lpstr>
      <vt:lpstr>Montserrat</vt:lpstr>
      <vt:lpstr>Montserrat Light</vt:lpstr>
      <vt:lpstr>Arial</vt:lpstr>
      <vt:lpstr>Poppins</vt:lpstr>
      <vt:lpstr>Calibri</vt:lpstr>
      <vt:lpstr>Montserrat ExtraBold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sergiupocan</dc:creator>
  <cp:lastModifiedBy>Windows User</cp:lastModifiedBy>
  <cp:revision>53</cp:revision>
  <dcterms:modified xsi:type="dcterms:W3CDTF">2026-09-21T14:20:28Z</dcterms:modified>
</cp:coreProperties>
</file>